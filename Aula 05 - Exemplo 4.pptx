
<file path=[Content_Types].xml><?xml version="1.0" encoding="utf-8"?>
<Types xmlns="http://schemas.openxmlformats.org/package/2006/content-types">
  <Default Extension="png" ContentType="image/png"/>
  <Default Extension="tmp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3" r:id="rId2"/>
    <p:sldId id="294" r:id="rId3"/>
    <p:sldId id="295" r:id="rId4"/>
    <p:sldId id="296" r:id="rId5"/>
    <p:sldId id="297" r:id="rId6"/>
    <p:sldId id="298" r:id="rId7"/>
    <p:sldId id="299" r:id="rId8"/>
    <p:sldId id="300" r:id="rId9"/>
    <p:sldId id="301" r:id="rId10"/>
    <p:sldId id="302" r:id="rId11"/>
    <p:sldId id="303" r:id="rId12"/>
    <p:sldId id="304" r:id="rId13"/>
    <p:sldId id="305" r:id="rId14"/>
    <p:sldId id="306" r:id="rId15"/>
    <p:sldId id="307" r:id="rId16"/>
    <p:sldId id="308" r:id="rId17"/>
    <p:sldId id="309" r:id="rId18"/>
    <p:sldId id="310" r:id="rId19"/>
    <p:sldId id="311" r:id="rId20"/>
    <p:sldId id="312" r:id="rId21"/>
    <p:sldId id="313" r:id="rId22"/>
    <p:sldId id="314" r:id="rId2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B8FC5A-B1C6-435A-9064-30B8555A3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68B98A5-9989-4E30-B939-972BC83216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6BB51ED-7713-43D0-9EB5-435A56166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EC0FA9C-7BB7-4AB9-9575-D473B64FC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D8BE3DB-04B3-4C49-B433-4144ABE66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5797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7CFB45-893A-4DE3-9EC6-A4403B573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87CD6C-21B6-4028-AE42-EBE096218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F8B32D-6EEF-4B1F-821F-5CD2A1D74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B3457A4-085D-4FE8-B8A8-A665D3F06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D14B78A-AC20-4112-A9F4-B391B0DE6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9800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D142D3-DA5E-4E0C-B353-2A5E41304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F073B48-9E59-490C-A343-B07E7D5F4E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AFB2423-99E8-48BF-9002-1EE1F3193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5120322-B1D4-43D9-A3CB-EC556F66E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BD377D0-E4E2-4321-A979-A01B8D7E1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9110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E6B4C6-1A45-4744-B519-A5D460C2F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2E5B0E-49D0-4C12-ABA9-9801CF722F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C84F6E1-09B7-4FE2-B369-680A1FCDE3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5B939B2-773F-4C92-8579-6CE229F67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06/08/2026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AD4DC1C-28E4-409C-9CD2-B45171449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256C8C9-9748-48CF-8FE2-0BFD40CEB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551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45F8D7-366E-4520-94C3-91220A2D7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9FFD30E-1EC7-4EC4-ABAF-B95C283FAE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C67AC82-DB16-4FC2-9C18-DF5DF282E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DBEF6A6-C742-457F-AAED-F8EFF9B58B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43C6CAD-CC7D-45AA-B43C-BFD98C8DDB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48F6EFC-DEB5-46E4-9252-37AA31DCD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06/08/2026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2D90A90C-92FC-4D55-AF51-F71D158C8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2CD06DC-A59F-4F52-B3B5-374013181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3196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0F80E-BF5A-4363-BE5A-7DAD85E0D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1860A4A-B6E4-475F-AE76-1382BA169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06/08/2026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774111-3E55-4546-BE45-A03E8B7D2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C3A5A55-BA52-4C41-A6AF-F914837CC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217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B7A996E-99C2-4EDF-8008-983D12CF0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06/08/2026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CFDF5D2D-741C-4C97-AF7D-7DA70925C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E4A821-D68E-446C-A6D0-B09BF82FE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634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5A2D27-C5AD-4832-B730-16A2BBB96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C2C23F-93F9-42B0-8024-4452BDEA1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9D29CB7-6B0C-4FD8-A7B6-8E2C58177D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318D27-F155-4AAB-8768-29B3EEB79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06/08/2026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6AC84E3-93EA-4EF9-9005-196CE4E84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AA23D0A-5B1E-44E1-97F6-12885188D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9595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49E04B-8BA1-48C2-8C0E-8FCFB5661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5F318A7-A690-4903-AE57-76988C4961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764615F-DB68-4CF9-BDB5-AE395BE3B2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628672E-388D-4A90-9386-0DD3364B4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06/08/2026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05A2B62-F605-434C-A6E6-F8569AF9F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F4955E4-600C-4597-8294-0FD1E9DAC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9832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AA81CE-3D8A-4982-9116-261407C62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1545418-6DE8-4485-9001-AA784913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711F3AB-49D5-41ED-B1ED-98BFDF855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1975B5-5008-494C-B345-8A2309CA9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1914CB5-50F3-4E22-B92A-C094DEF8F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7794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B39A283-E377-431E-A31B-A7D0C8C470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EBF88CD-880F-4004-B752-B1A8ACF451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E9F36A5-C54B-4A5E-91FB-F4282D1B1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8590-0EAC-44F7-8DC6-3A1411D2B327}" type="datetimeFigureOut">
              <a:rPr lang="pt-BR" smtClean="0"/>
              <a:t>06/08/2026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01FE9F0-0953-49F7-876F-49C17F320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0248799-A130-46F1-B76C-4D69974EA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8121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0C693D6-6C95-4FC4-8318-2859FD810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976FC6E-64AB-421E-8043-4775DF14CD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93250E1-CC29-4320-95BD-B01481819A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5F8590-0EAC-44F7-8DC6-3A1411D2B327}" type="datetimeFigureOut">
              <a:rPr lang="pt-BR" smtClean="0"/>
              <a:t>06/08/2026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7AA3B66-2F2D-482C-BF4C-1E3E3A3883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463AD95-3F62-4BB9-BA45-AF00CC576B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A3717C-8345-4B24-8C6E-5AB6E4B033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893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mp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mp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mp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mp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tmp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tmp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mp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tmp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430315-065D-476E-A9E5-14253F32CE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Exemplo4.html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02E3CCF-3B32-4BD4-BDBD-D5C5C4DE6C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9261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10DE7F4-45B5-4065-A79B-E01603C278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944" y="656838"/>
            <a:ext cx="4382112" cy="5544324"/>
          </a:xfrm>
          <a:prstGeom prst="rect">
            <a:avLst/>
          </a:prstGeom>
        </p:spPr>
      </p:pic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8ECB68AF-24A0-4970-ABFD-A6A7D698DDFC}"/>
              </a:ext>
            </a:extLst>
          </p:cNvPr>
          <p:cNvCxnSpPr/>
          <p:nvPr/>
        </p:nvCxnSpPr>
        <p:spPr>
          <a:xfrm flipH="1" flipV="1">
            <a:off x="6773333" y="1185333"/>
            <a:ext cx="2379134" cy="17356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lipse 5">
            <a:extLst>
              <a:ext uri="{FF2B5EF4-FFF2-40B4-BE49-F238E27FC236}">
                <a16:creationId xmlns:a16="http://schemas.microsoft.com/office/drawing/2014/main" id="{642FFC08-19D5-4F02-8E50-FF8030291515}"/>
              </a:ext>
            </a:extLst>
          </p:cNvPr>
          <p:cNvSpPr/>
          <p:nvPr/>
        </p:nvSpPr>
        <p:spPr>
          <a:xfrm>
            <a:off x="6282267" y="656838"/>
            <a:ext cx="635000" cy="647029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351305F8-EA61-4DF9-9622-9478C05D41F5}"/>
              </a:ext>
            </a:extLst>
          </p:cNvPr>
          <p:cNvSpPr/>
          <p:nvPr/>
        </p:nvSpPr>
        <p:spPr>
          <a:xfrm>
            <a:off x="1388534" y="2328333"/>
            <a:ext cx="2692400" cy="1380067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Estamos na pasta aula 5</a:t>
            </a:r>
          </a:p>
        </p:txBody>
      </p:sp>
    </p:spTree>
    <p:extLst>
      <p:ext uri="{BB962C8B-B14F-4D97-AF65-F5344CB8AC3E}">
        <p14:creationId xmlns:p14="http://schemas.microsoft.com/office/powerpoint/2010/main" val="888297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36600BF-58E1-4D86-9787-C072184424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2067" y="536986"/>
            <a:ext cx="5507867" cy="5784029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354DA756-D2DB-4786-A5D3-DF6BA6E9BB7A}"/>
              </a:ext>
            </a:extLst>
          </p:cNvPr>
          <p:cNvSpPr/>
          <p:nvPr/>
        </p:nvSpPr>
        <p:spPr>
          <a:xfrm>
            <a:off x="3666067" y="3928533"/>
            <a:ext cx="3378200" cy="855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ADEB2D6C-5656-43A4-B605-E3F7F113F083}"/>
              </a:ext>
            </a:extLst>
          </p:cNvPr>
          <p:cNvSpPr/>
          <p:nvPr/>
        </p:nvSpPr>
        <p:spPr>
          <a:xfrm>
            <a:off x="1600200" y="3666067"/>
            <a:ext cx="1888067" cy="1320800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Criar novo arquivo</a:t>
            </a:r>
          </a:p>
        </p:txBody>
      </p:sp>
    </p:spTree>
    <p:extLst>
      <p:ext uri="{BB962C8B-B14F-4D97-AF65-F5344CB8AC3E}">
        <p14:creationId xmlns:p14="http://schemas.microsoft.com/office/powerpoint/2010/main" val="3223067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37E0481-B6B0-428D-A057-6200D34DA0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255" y="747338"/>
            <a:ext cx="10669489" cy="536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00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CC3B8B-0A09-4484-B5BC-3EF99FD8AD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Adicionando o estilo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688CFF9-2A8E-4156-BC6B-5C0A4B040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20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EC65666-7982-4E40-8E51-3EAC207CF0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048" y="621367"/>
            <a:ext cx="6719904" cy="5615264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F0DC8B0F-26D4-4132-8A4E-C30D34100D7E}"/>
              </a:ext>
            </a:extLst>
          </p:cNvPr>
          <p:cNvSpPr/>
          <p:nvPr/>
        </p:nvSpPr>
        <p:spPr>
          <a:xfrm>
            <a:off x="3488267" y="3031067"/>
            <a:ext cx="2429933" cy="21420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3549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E99A60E-9D0A-490C-9A0E-45E6EF3127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326" y="912871"/>
            <a:ext cx="3467349" cy="5032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874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506974D-EF3E-4670-AD8B-AC8811A615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9422" y="218627"/>
            <a:ext cx="5315692" cy="6420746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8B6686A0-8672-41C6-BE58-77EF94767190}"/>
              </a:ext>
            </a:extLst>
          </p:cNvPr>
          <p:cNvSpPr/>
          <p:nvPr/>
        </p:nvSpPr>
        <p:spPr>
          <a:xfrm>
            <a:off x="3090333" y="2921000"/>
            <a:ext cx="3826934" cy="1532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5" name="Seta: para a Esquerda 4">
            <a:extLst>
              <a:ext uri="{FF2B5EF4-FFF2-40B4-BE49-F238E27FC236}">
                <a16:creationId xmlns:a16="http://schemas.microsoft.com/office/drawing/2014/main" id="{CCCF9F61-CFE4-49A2-A8F5-3FEAB7D179D7}"/>
              </a:ext>
            </a:extLst>
          </p:cNvPr>
          <p:cNvSpPr/>
          <p:nvPr/>
        </p:nvSpPr>
        <p:spPr>
          <a:xfrm>
            <a:off x="7188200" y="2921000"/>
            <a:ext cx="2446867" cy="1532467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Digitas esta propriedades</a:t>
            </a:r>
          </a:p>
        </p:txBody>
      </p:sp>
    </p:spTree>
    <p:extLst>
      <p:ext uri="{BB962C8B-B14F-4D97-AF65-F5344CB8AC3E}">
        <p14:creationId xmlns:p14="http://schemas.microsoft.com/office/powerpoint/2010/main" val="366070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F064A9E-0C37-414E-BC50-940E99A8C8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284" y="374382"/>
            <a:ext cx="5763430" cy="6109236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3AE0CEB2-BDE1-4E3E-847A-B955D952F261}"/>
              </a:ext>
            </a:extLst>
          </p:cNvPr>
          <p:cNvSpPr/>
          <p:nvPr/>
        </p:nvSpPr>
        <p:spPr>
          <a:xfrm>
            <a:off x="3776133" y="3835400"/>
            <a:ext cx="2455334" cy="16425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0901F328-91A0-4856-A2A1-B6F9F71A06E2}"/>
              </a:ext>
            </a:extLst>
          </p:cNvPr>
          <p:cNvSpPr/>
          <p:nvPr/>
        </p:nvSpPr>
        <p:spPr>
          <a:xfrm>
            <a:off x="1236133" y="4064000"/>
            <a:ext cx="2286000" cy="1159933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Digite estas linhas</a:t>
            </a:r>
          </a:p>
        </p:txBody>
      </p:sp>
    </p:spTree>
    <p:extLst>
      <p:ext uri="{BB962C8B-B14F-4D97-AF65-F5344CB8AC3E}">
        <p14:creationId xmlns:p14="http://schemas.microsoft.com/office/powerpoint/2010/main" val="37385432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AC9A2E7-0BB3-439E-BB99-6ADC52842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6759" y="90021"/>
            <a:ext cx="5058481" cy="6677957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62EDE82D-68FB-43EA-A708-242804365106}"/>
              </a:ext>
            </a:extLst>
          </p:cNvPr>
          <p:cNvSpPr/>
          <p:nvPr/>
        </p:nvSpPr>
        <p:spPr>
          <a:xfrm>
            <a:off x="4546600" y="4436533"/>
            <a:ext cx="3691467" cy="12107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6" name="Seta: para a Esquerda 5">
            <a:extLst>
              <a:ext uri="{FF2B5EF4-FFF2-40B4-BE49-F238E27FC236}">
                <a16:creationId xmlns:a16="http://schemas.microsoft.com/office/drawing/2014/main" id="{AA548A3F-0608-450F-87F7-F9B51454A32C}"/>
              </a:ext>
            </a:extLst>
          </p:cNvPr>
          <p:cNvSpPr/>
          <p:nvPr/>
        </p:nvSpPr>
        <p:spPr>
          <a:xfrm>
            <a:off x="8381647" y="4275666"/>
            <a:ext cx="2446867" cy="1532467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</a:rPr>
              <a:t>Digitas esta propriedades</a:t>
            </a:r>
          </a:p>
        </p:txBody>
      </p:sp>
    </p:spTree>
    <p:extLst>
      <p:ext uri="{BB962C8B-B14F-4D97-AF65-F5344CB8AC3E}">
        <p14:creationId xmlns:p14="http://schemas.microsoft.com/office/powerpoint/2010/main" val="1973212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7E9F22D-D788-4BAE-89F3-C54EE323B2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86" y="352668"/>
            <a:ext cx="5259714" cy="4595554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64DDECB6-8525-4C58-8742-44F1C14FA9D4}"/>
              </a:ext>
            </a:extLst>
          </p:cNvPr>
          <p:cNvSpPr/>
          <p:nvPr/>
        </p:nvSpPr>
        <p:spPr>
          <a:xfrm>
            <a:off x="1032933" y="2175933"/>
            <a:ext cx="4318000" cy="7027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9113658-F784-4168-AF4E-B79138F50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133" y="3428999"/>
            <a:ext cx="5517399" cy="3244607"/>
          </a:xfrm>
          <a:prstGeom prst="rect">
            <a:avLst/>
          </a:prstGeom>
        </p:spPr>
      </p:pic>
      <p:sp>
        <p:nvSpPr>
          <p:cNvPr id="6" name="Seta: Dobrada para Cima 5">
            <a:extLst>
              <a:ext uri="{FF2B5EF4-FFF2-40B4-BE49-F238E27FC236}">
                <a16:creationId xmlns:a16="http://schemas.microsoft.com/office/drawing/2014/main" id="{E875B653-5020-41BB-9FCF-74532F08C4DB}"/>
              </a:ext>
            </a:extLst>
          </p:cNvPr>
          <p:cNvSpPr/>
          <p:nvPr/>
        </p:nvSpPr>
        <p:spPr>
          <a:xfrm rot="5400000">
            <a:off x="2969684" y="2800349"/>
            <a:ext cx="3429000" cy="3585635"/>
          </a:xfrm>
          <a:prstGeom prst="bentUpArrow">
            <a:avLst>
              <a:gd name="adj1" fmla="val 7469"/>
              <a:gd name="adj2" fmla="val 16605"/>
              <a:gd name="adj3" fmla="val 23025"/>
            </a:avLst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2576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035308E-CE4F-4BB0-8D59-95FB87E9F0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3970" y="390101"/>
            <a:ext cx="4544059" cy="6077798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F7A9BDB5-3F30-41B0-8B9F-C2F713F26AD0}"/>
              </a:ext>
            </a:extLst>
          </p:cNvPr>
          <p:cNvSpPr/>
          <p:nvPr/>
        </p:nvSpPr>
        <p:spPr>
          <a:xfrm>
            <a:off x="4174067" y="1913467"/>
            <a:ext cx="3759200" cy="584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858DD90-FCFB-4D8D-A12D-D6A8959B2535}"/>
              </a:ext>
            </a:extLst>
          </p:cNvPr>
          <p:cNvSpPr/>
          <p:nvPr/>
        </p:nvSpPr>
        <p:spPr>
          <a:xfrm>
            <a:off x="4174067" y="2709331"/>
            <a:ext cx="3759200" cy="22690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74B59321-88F4-400F-86CC-8E3EA7044323}"/>
              </a:ext>
            </a:extLst>
          </p:cNvPr>
          <p:cNvSpPr/>
          <p:nvPr/>
        </p:nvSpPr>
        <p:spPr>
          <a:xfrm>
            <a:off x="2413000" y="1634067"/>
            <a:ext cx="1608667" cy="1075264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85209234-C0B8-4B1F-AF5C-0A27FC3F1097}"/>
              </a:ext>
            </a:extLst>
          </p:cNvPr>
          <p:cNvSpPr/>
          <p:nvPr/>
        </p:nvSpPr>
        <p:spPr>
          <a:xfrm>
            <a:off x="2390352" y="3272363"/>
            <a:ext cx="1608667" cy="1075264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2245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D378441-2A30-4592-95AF-EFACC63F8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570" y="909286"/>
            <a:ext cx="11526859" cy="5039428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022ACE81-DA0E-4942-946D-4DA0D087E2E8}"/>
              </a:ext>
            </a:extLst>
          </p:cNvPr>
          <p:cNvSpPr/>
          <p:nvPr/>
        </p:nvSpPr>
        <p:spPr>
          <a:xfrm>
            <a:off x="1608667" y="3242733"/>
            <a:ext cx="2734733" cy="13377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4" name="Seta: para Cima 3">
            <a:extLst>
              <a:ext uri="{FF2B5EF4-FFF2-40B4-BE49-F238E27FC236}">
                <a16:creationId xmlns:a16="http://schemas.microsoft.com/office/drawing/2014/main" id="{04A7155A-CA2D-440D-B561-F0A7FDCFC047}"/>
              </a:ext>
            </a:extLst>
          </p:cNvPr>
          <p:cNvSpPr/>
          <p:nvPr/>
        </p:nvSpPr>
        <p:spPr>
          <a:xfrm>
            <a:off x="2506134" y="4673600"/>
            <a:ext cx="1058333" cy="1041400"/>
          </a:xfrm>
          <a:prstGeom prst="up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4873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07600447-C42B-4C6C-8847-57EAA095B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728" y="733049"/>
            <a:ext cx="11412543" cy="5391902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709D34AC-AA65-448A-9224-2875D34FBC10}"/>
              </a:ext>
            </a:extLst>
          </p:cNvPr>
          <p:cNvSpPr/>
          <p:nvPr/>
        </p:nvSpPr>
        <p:spPr>
          <a:xfrm>
            <a:off x="1024467" y="3564467"/>
            <a:ext cx="2887133" cy="19727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4" name="Seta: para Cima 3">
            <a:extLst>
              <a:ext uri="{FF2B5EF4-FFF2-40B4-BE49-F238E27FC236}">
                <a16:creationId xmlns:a16="http://schemas.microsoft.com/office/drawing/2014/main" id="{B1D9EFE0-32FF-40AC-A3CD-104D3F71D247}"/>
              </a:ext>
            </a:extLst>
          </p:cNvPr>
          <p:cNvSpPr/>
          <p:nvPr/>
        </p:nvSpPr>
        <p:spPr>
          <a:xfrm>
            <a:off x="2184400" y="5723467"/>
            <a:ext cx="745067" cy="939800"/>
          </a:xfrm>
          <a:prstGeom prst="up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5630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3A06652-7632-4E32-97B2-0F913A598D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939" y="675891"/>
            <a:ext cx="11260121" cy="5506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4064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263B8AA-8226-4D60-B9A2-7F871A13B2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709" y="0"/>
            <a:ext cx="10352582" cy="68580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EB141D1-A0F1-4720-8699-6901A6E5A87A}"/>
              </a:ext>
            </a:extLst>
          </p:cNvPr>
          <p:cNvSpPr/>
          <p:nvPr/>
        </p:nvSpPr>
        <p:spPr>
          <a:xfrm>
            <a:off x="1303867" y="0"/>
            <a:ext cx="2827866" cy="19473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BC8FE05-C0E0-452A-AD87-0B77ABC9A1B1}"/>
              </a:ext>
            </a:extLst>
          </p:cNvPr>
          <p:cNvSpPr/>
          <p:nvPr/>
        </p:nvSpPr>
        <p:spPr>
          <a:xfrm>
            <a:off x="1303867" y="2108199"/>
            <a:ext cx="2827866" cy="19473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E1DAC71-092B-4C46-9E9C-3224BABE003A}"/>
              </a:ext>
            </a:extLst>
          </p:cNvPr>
          <p:cNvSpPr/>
          <p:nvPr/>
        </p:nvSpPr>
        <p:spPr>
          <a:xfrm>
            <a:off x="1303867" y="4292601"/>
            <a:ext cx="2827866" cy="19473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C9550070-A828-49CA-B2C7-5F85C5FB61A7}"/>
              </a:ext>
            </a:extLst>
          </p:cNvPr>
          <p:cNvSpPr/>
          <p:nvPr/>
        </p:nvSpPr>
        <p:spPr>
          <a:xfrm>
            <a:off x="220133" y="533399"/>
            <a:ext cx="939800" cy="880533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AA3E9ECD-1062-4C7D-AD83-82DDB679CB66}"/>
              </a:ext>
            </a:extLst>
          </p:cNvPr>
          <p:cNvSpPr/>
          <p:nvPr/>
        </p:nvSpPr>
        <p:spPr>
          <a:xfrm>
            <a:off x="220133" y="2641598"/>
            <a:ext cx="939800" cy="880533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1839B500-4F2A-42B9-B0E3-76223DE9C8BB}"/>
              </a:ext>
            </a:extLst>
          </p:cNvPr>
          <p:cNvSpPr/>
          <p:nvPr/>
        </p:nvSpPr>
        <p:spPr>
          <a:xfrm>
            <a:off x="220133" y="4826000"/>
            <a:ext cx="939800" cy="880533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2101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658B38B1-C43F-48AB-9108-698D5A0E1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04887"/>
            <a:ext cx="6705600" cy="484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0228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0112E1-263F-4C33-BBDC-1B70EF8B16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Utilizando o </a:t>
            </a:r>
            <a:r>
              <a:rPr lang="pt-BR" dirty="0" err="1"/>
              <a:t>rowspan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ED29CE-3152-47C3-850E-0F8E151DA4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3207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60844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3103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5321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17057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FF0000"/>
          </a:solidFill>
        </a:ln>
      </a:spPr>
      <a:bodyPr rtlCol="0" anchor="ctr"/>
      <a:lstStyle>
        <a:defPPr algn="ctr">
          <a:defRPr sz="20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rgbClr val="FF0000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26</Words>
  <Application>Microsoft Office PowerPoint</Application>
  <PresentationFormat>Widescreen</PresentationFormat>
  <Paragraphs>8</Paragraphs>
  <Slides>22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Tema do Office</vt:lpstr>
      <vt:lpstr>Exemplo4.html</vt:lpstr>
      <vt:lpstr>Apresentação do PowerPoint</vt:lpstr>
      <vt:lpstr>Apresentação do PowerPoint</vt:lpstr>
      <vt:lpstr>Apresentação do PowerPoint</vt:lpstr>
      <vt:lpstr>Adicionando o estilo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Utilizando o rowspan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Lab 01</dc:creator>
  <cp:lastModifiedBy>Lab 01</cp:lastModifiedBy>
  <cp:revision>16</cp:revision>
  <dcterms:created xsi:type="dcterms:W3CDTF">2026-07-30T13:23:20Z</dcterms:created>
  <dcterms:modified xsi:type="dcterms:W3CDTF">2026-08-06T13:01:55Z</dcterms:modified>
</cp:coreProperties>
</file>