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6" r:id="rId33"/>
    <p:sldId id="324" r:id="rId34"/>
    <p:sldId id="325" r:id="rId35"/>
    <p:sldId id="327" r:id="rId36"/>
    <p:sldId id="328" r:id="rId37"/>
    <p:sldId id="329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8FC5A-B1C6-435A-9064-30B8555A3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B98A5-9989-4E30-B939-972BC8321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BB51ED-7713-43D0-9EB5-435A5616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C0FA9C-7BB7-4AB9-9575-D473B64F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8BE3DB-04B3-4C49-B433-4144ABE6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9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CFB45-893A-4DE3-9EC6-A4403B57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87CD6C-21B6-4028-AE42-EBE096218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8B32D-6EEF-4B1F-821F-5CD2A1D7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3457A4-085D-4FE8-B8A8-A665D3F0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4B78A-AC20-4112-A9F4-B391B0DE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80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142D3-DA5E-4E0C-B353-2A5E4130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073B48-9E59-490C-A343-B07E7D5F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FB2423-99E8-48BF-9002-1EE1F319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20322-B1D4-43D9-A3CB-EC556F66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D377D0-E4E2-4321-A979-A01B8D7E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1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6B4C6-1A45-4744-B519-A5D460C2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E5B0E-49D0-4C12-ABA9-9801CF722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84F6E1-09B7-4FE2-B369-680A1FCDE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B939B2-773F-4C92-8579-6CE229F6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D4DC1C-28E4-409C-9CD2-B4517144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56C8C9-9748-48CF-8FE2-0BFD40C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55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F8D7-366E-4520-94C3-91220A2D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FD30E-1EC7-4EC4-ABAF-B95C283F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67AC82-DB16-4FC2-9C18-DF5DF282E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BEF6A6-C742-457F-AAED-F8EFF9B58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3C6CAD-CC7D-45AA-B43C-BFD98C8DD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8F6EFC-DEB5-46E4-9252-37AA31DC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90A90C-92FC-4D55-AF51-F71D158C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CD06DC-A59F-4F52-B3B5-37401318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19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0F80E-BF5A-4363-BE5A-7DAD85E0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860A4A-B6E4-475F-AE76-1382BA16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774111-3E55-4546-BE45-A03E8B7D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3A5A55-BA52-4C41-A6AF-F914837C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1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A996E-99C2-4EDF-8008-983D12CF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DF5D2D-741C-4C97-AF7D-7DA70925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E4A821-D68E-446C-A6D0-B09BF82F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63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A2D27-C5AD-4832-B730-16A2BBB9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C2C23F-93F9-42B0-8024-4452BDEA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D29CB7-6B0C-4FD8-A7B6-8E2C58177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318D27-F155-4AAB-8768-29B3EEB7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AC84E3-93EA-4EF9-9005-196CE4E8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A23D0A-5B1E-44E1-97F6-12885188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59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9E04B-8BA1-48C2-8C0E-8FCFB566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F318A7-A690-4903-AE57-76988C496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64615F-DB68-4CF9-BDB5-AE395BE3B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28672E-388D-4A90-9386-0DD3364B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5A2B62-F605-434C-A6E6-F8569AF9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4955E4-600C-4597-8294-0FD1E9DA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83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A81CE-3D8A-4982-9116-261407C6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545418-6DE8-4485-9001-AA784913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1F3AB-49D5-41ED-B1ED-98BFDF85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975B5-5008-494C-B345-8A2309CA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14CB5-50F3-4E22-B92A-C094DEF8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79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39A283-E377-431E-A31B-A7D0C8C47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BF88CD-880F-4004-B752-B1A8ACF45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F36A5-C54B-4A5E-91FB-F4282D1B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FE9F0-0953-49F7-876F-49C17F32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248799-A130-46F1-B76C-4D69974E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2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C693D6-6C95-4FC4-8318-2859FD81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76FC6E-64AB-421E-8043-4775DF14C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250E1-CC29-4320-95BD-B01481819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F8590-0EAC-44F7-8DC6-3A1411D2B327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A3B66-2F2D-482C-BF4C-1E3E3A388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3AD95-3F62-4BB9-BA45-AF00CC576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9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30315-065D-476E-A9E5-14253F32CE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Exemplo4.html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2E3CCF-3B32-4BD4-BDBD-D5C5C4DE6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26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10DE7F4-45B5-4065-A79B-E01603C2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944" y="656838"/>
            <a:ext cx="4382112" cy="5544324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8ECB68AF-24A0-4970-ABFD-A6A7D698DDFC}"/>
              </a:ext>
            </a:extLst>
          </p:cNvPr>
          <p:cNvCxnSpPr/>
          <p:nvPr/>
        </p:nvCxnSpPr>
        <p:spPr>
          <a:xfrm flipH="1" flipV="1">
            <a:off x="6773333" y="1185333"/>
            <a:ext cx="2379134" cy="1735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642FFC08-19D5-4F02-8E50-FF8030291515}"/>
              </a:ext>
            </a:extLst>
          </p:cNvPr>
          <p:cNvSpPr/>
          <p:nvPr/>
        </p:nvSpPr>
        <p:spPr>
          <a:xfrm>
            <a:off x="6282267" y="656838"/>
            <a:ext cx="635000" cy="6470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351305F8-EA61-4DF9-9622-9478C05D41F5}"/>
              </a:ext>
            </a:extLst>
          </p:cNvPr>
          <p:cNvSpPr/>
          <p:nvPr/>
        </p:nvSpPr>
        <p:spPr>
          <a:xfrm>
            <a:off x="1388534" y="2328333"/>
            <a:ext cx="2692400" cy="138006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Estamos na pasta aula 5</a:t>
            </a:r>
          </a:p>
        </p:txBody>
      </p:sp>
    </p:spTree>
    <p:extLst>
      <p:ext uri="{BB962C8B-B14F-4D97-AF65-F5344CB8AC3E}">
        <p14:creationId xmlns:p14="http://schemas.microsoft.com/office/powerpoint/2010/main" val="88829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6600BF-58E1-4D86-9787-C07218442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067" y="536986"/>
            <a:ext cx="5507867" cy="578402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54DA756-D2DB-4786-A5D3-DF6BA6E9BB7A}"/>
              </a:ext>
            </a:extLst>
          </p:cNvPr>
          <p:cNvSpPr/>
          <p:nvPr/>
        </p:nvSpPr>
        <p:spPr>
          <a:xfrm>
            <a:off x="3666067" y="3928533"/>
            <a:ext cx="3378200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DEB2D6C-5656-43A4-B605-E3F7F113F083}"/>
              </a:ext>
            </a:extLst>
          </p:cNvPr>
          <p:cNvSpPr/>
          <p:nvPr/>
        </p:nvSpPr>
        <p:spPr>
          <a:xfrm>
            <a:off x="1600200" y="3666067"/>
            <a:ext cx="1888067" cy="13208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Criar novo arquivo</a:t>
            </a:r>
          </a:p>
        </p:txBody>
      </p:sp>
    </p:spTree>
    <p:extLst>
      <p:ext uri="{BB962C8B-B14F-4D97-AF65-F5344CB8AC3E}">
        <p14:creationId xmlns:p14="http://schemas.microsoft.com/office/powerpoint/2010/main" val="322306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7E0481-B6B0-428D-A057-6200D34DA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55" y="747338"/>
            <a:ext cx="10669489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C3B8B-0A09-4484-B5BC-3EF99FD8A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Adicionando o estilo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88CFF9-2A8E-4156-BC6B-5C0A4B040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2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EC65666-7982-4E40-8E51-3EAC207C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48" y="621367"/>
            <a:ext cx="6719904" cy="561526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0DC8B0F-26D4-4132-8A4E-C30D34100D7E}"/>
              </a:ext>
            </a:extLst>
          </p:cNvPr>
          <p:cNvSpPr/>
          <p:nvPr/>
        </p:nvSpPr>
        <p:spPr>
          <a:xfrm>
            <a:off x="3488267" y="3031067"/>
            <a:ext cx="2429933" cy="2142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4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99A60E-9D0A-490C-9A0E-45E6EF312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326" y="912871"/>
            <a:ext cx="3467349" cy="503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7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06974D-EF3E-4670-AD8B-AC8811A6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22" y="218627"/>
            <a:ext cx="5315692" cy="642074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B6686A0-8672-41C6-BE58-77EF94767190}"/>
              </a:ext>
            </a:extLst>
          </p:cNvPr>
          <p:cNvSpPr/>
          <p:nvPr/>
        </p:nvSpPr>
        <p:spPr>
          <a:xfrm>
            <a:off x="3090333" y="2921000"/>
            <a:ext cx="3826934" cy="153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CCCF9F61-CFE4-49A2-A8F5-3FEAB7D179D7}"/>
              </a:ext>
            </a:extLst>
          </p:cNvPr>
          <p:cNvSpPr/>
          <p:nvPr/>
        </p:nvSpPr>
        <p:spPr>
          <a:xfrm>
            <a:off x="7188200" y="2921000"/>
            <a:ext cx="2446867" cy="153246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Digitas esta propriedades</a:t>
            </a:r>
          </a:p>
        </p:txBody>
      </p:sp>
    </p:spTree>
    <p:extLst>
      <p:ext uri="{BB962C8B-B14F-4D97-AF65-F5344CB8AC3E}">
        <p14:creationId xmlns:p14="http://schemas.microsoft.com/office/powerpoint/2010/main" val="366070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064A9E-0C37-414E-BC50-940E99A8C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284" y="374382"/>
            <a:ext cx="5763430" cy="610923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AE0CEB2-BDE1-4E3E-847A-B955D952F261}"/>
              </a:ext>
            </a:extLst>
          </p:cNvPr>
          <p:cNvSpPr/>
          <p:nvPr/>
        </p:nvSpPr>
        <p:spPr>
          <a:xfrm>
            <a:off x="3776133" y="3835400"/>
            <a:ext cx="2455334" cy="1642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0901F328-91A0-4856-A2A1-B6F9F71A06E2}"/>
              </a:ext>
            </a:extLst>
          </p:cNvPr>
          <p:cNvSpPr/>
          <p:nvPr/>
        </p:nvSpPr>
        <p:spPr>
          <a:xfrm>
            <a:off x="1236133" y="4064000"/>
            <a:ext cx="2286000" cy="11599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Digite estas linhas</a:t>
            </a:r>
          </a:p>
        </p:txBody>
      </p:sp>
    </p:spTree>
    <p:extLst>
      <p:ext uri="{BB962C8B-B14F-4D97-AF65-F5344CB8AC3E}">
        <p14:creationId xmlns:p14="http://schemas.microsoft.com/office/powerpoint/2010/main" val="373854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C9A2E7-0BB3-439E-BB99-6ADC52842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759" y="90021"/>
            <a:ext cx="5058481" cy="667795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2EDE82D-68FB-43EA-A708-242804365106}"/>
              </a:ext>
            </a:extLst>
          </p:cNvPr>
          <p:cNvSpPr/>
          <p:nvPr/>
        </p:nvSpPr>
        <p:spPr>
          <a:xfrm>
            <a:off x="4546600" y="4436533"/>
            <a:ext cx="3691467" cy="1210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AA548A3F-0608-450F-87F7-F9B51454A32C}"/>
              </a:ext>
            </a:extLst>
          </p:cNvPr>
          <p:cNvSpPr/>
          <p:nvPr/>
        </p:nvSpPr>
        <p:spPr>
          <a:xfrm>
            <a:off x="8381647" y="4275666"/>
            <a:ext cx="2446867" cy="153246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Digitas esta propriedades</a:t>
            </a:r>
          </a:p>
        </p:txBody>
      </p:sp>
    </p:spTree>
    <p:extLst>
      <p:ext uri="{BB962C8B-B14F-4D97-AF65-F5344CB8AC3E}">
        <p14:creationId xmlns:p14="http://schemas.microsoft.com/office/powerpoint/2010/main" val="19732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E9F22D-D788-4BAE-89F3-C54EE323B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86" y="352668"/>
            <a:ext cx="5259714" cy="45955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4DDECB6-8525-4C58-8742-44F1C14FA9D4}"/>
              </a:ext>
            </a:extLst>
          </p:cNvPr>
          <p:cNvSpPr/>
          <p:nvPr/>
        </p:nvSpPr>
        <p:spPr>
          <a:xfrm>
            <a:off x="1032933" y="2175933"/>
            <a:ext cx="4318000" cy="702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113658-F784-4168-AF4E-B79138F50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133" y="3428999"/>
            <a:ext cx="5517399" cy="3244607"/>
          </a:xfrm>
          <a:prstGeom prst="rect">
            <a:avLst/>
          </a:prstGeom>
        </p:spPr>
      </p:pic>
      <p:sp>
        <p:nvSpPr>
          <p:cNvPr id="6" name="Seta: Dobrada para Cima 5">
            <a:extLst>
              <a:ext uri="{FF2B5EF4-FFF2-40B4-BE49-F238E27FC236}">
                <a16:creationId xmlns:a16="http://schemas.microsoft.com/office/drawing/2014/main" id="{E875B653-5020-41BB-9FCF-74532F08C4DB}"/>
              </a:ext>
            </a:extLst>
          </p:cNvPr>
          <p:cNvSpPr/>
          <p:nvPr/>
        </p:nvSpPr>
        <p:spPr>
          <a:xfrm rot="5400000">
            <a:off x="2969684" y="2800349"/>
            <a:ext cx="3429000" cy="3585635"/>
          </a:xfrm>
          <a:prstGeom prst="bentUpArrow">
            <a:avLst>
              <a:gd name="adj1" fmla="val 7469"/>
              <a:gd name="adj2" fmla="val 16605"/>
              <a:gd name="adj3" fmla="val 23025"/>
            </a:avLst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57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35308E-CE4F-4BB0-8D59-95FB87E9F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970" y="390101"/>
            <a:ext cx="4544059" cy="607779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7A9BDB5-3F30-41B0-8B9F-C2F713F26AD0}"/>
              </a:ext>
            </a:extLst>
          </p:cNvPr>
          <p:cNvSpPr/>
          <p:nvPr/>
        </p:nvSpPr>
        <p:spPr>
          <a:xfrm>
            <a:off x="4174067" y="1913467"/>
            <a:ext cx="3759200" cy="58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58DD90-FCFB-4D8D-A12D-D6A8959B2535}"/>
              </a:ext>
            </a:extLst>
          </p:cNvPr>
          <p:cNvSpPr/>
          <p:nvPr/>
        </p:nvSpPr>
        <p:spPr>
          <a:xfrm>
            <a:off x="4174067" y="2709331"/>
            <a:ext cx="3759200" cy="2269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4B59321-88F4-400F-86CC-8E3EA7044323}"/>
              </a:ext>
            </a:extLst>
          </p:cNvPr>
          <p:cNvSpPr/>
          <p:nvPr/>
        </p:nvSpPr>
        <p:spPr>
          <a:xfrm>
            <a:off x="2413000" y="1634067"/>
            <a:ext cx="1608667" cy="1075264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85209234-C0B8-4B1F-AF5C-0A27FC3F1097}"/>
              </a:ext>
            </a:extLst>
          </p:cNvPr>
          <p:cNvSpPr/>
          <p:nvPr/>
        </p:nvSpPr>
        <p:spPr>
          <a:xfrm>
            <a:off x="2390352" y="3272363"/>
            <a:ext cx="1608667" cy="1075264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24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D378441-2A30-4592-95AF-EFACC63F8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909286"/>
            <a:ext cx="11526859" cy="503942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22ACE81-DA0E-4942-946D-4DA0D087E2E8}"/>
              </a:ext>
            </a:extLst>
          </p:cNvPr>
          <p:cNvSpPr/>
          <p:nvPr/>
        </p:nvSpPr>
        <p:spPr>
          <a:xfrm>
            <a:off x="1608667" y="3242733"/>
            <a:ext cx="2734733" cy="1337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04A7155A-CA2D-440D-B561-F0A7FDCFC047}"/>
              </a:ext>
            </a:extLst>
          </p:cNvPr>
          <p:cNvSpPr/>
          <p:nvPr/>
        </p:nvSpPr>
        <p:spPr>
          <a:xfrm>
            <a:off x="2506134" y="4673600"/>
            <a:ext cx="1058333" cy="1041400"/>
          </a:xfrm>
          <a:prstGeom prst="up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873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600447-C42B-4C6C-8847-57EAA095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733049"/>
            <a:ext cx="11412543" cy="539190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09D34AC-AA65-448A-9224-2875D34FBC10}"/>
              </a:ext>
            </a:extLst>
          </p:cNvPr>
          <p:cNvSpPr/>
          <p:nvPr/>
        </p:nvSpPr>
        <p:spPr>
          <a:xfrm>
            <a:off x="1024467" y="3564467"/>
            <a:ext cx="2887133" cy="1972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B1D9EFE0-32FF-40AC-A3CD-104D3F71D247}"/>
              </a:ext>
            </a:extLst>
          </p:cNvPr>
          <p:cNvSpPr/>
          <p:nvPr/>
        </p:nvSpPr>
        <p:spPr>
          <a:xfrm>
            <a:off x="2184400" y="5723467"/>
            <a:ext cx="745067" cy="939800"/>
          </a:xfrm>
          <a:prstGeom prst="up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56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A06652-7632-4E32-97B2-0F913A598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675891"/>
            <a:ext cx="11260121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0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63B8AA-8226-4D60-B9A2-7F871A13B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9" y="0"/>
            <a:ext cx="10352582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EB141D1-A0F1-4720-8699-6901A6E5A87A}"/>
              </a:ext>
            </a:extLst>
          </p:cNvPr>
          <p:cNvSpPr/>
          <p:nvPr/>
        </p:nvSpPr>
        <p:spPr>
          <a:xfrm>
            <a:off x="1303867" y="0"/>
            <a:ext cx="2827866" cy="194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C8FE05-C0E0-452A-AD87-0B77ABC9A1B1}"/>
              </a:ext>
            </a:extLst>
          </p:cNvPr>
          <p:cNvSpPr/>
          <p:nvPr/>
        </p:nvSpPr>
        <p:spPr>
          <a:xfrm>
            <a:off x="1303867" y="2108199"/>
            <a:ext cx="2827866" cy="194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1DAC71-092B-4C46-9E9C-3224BABE003A}"/>
              </a:ext>
            </a:extLst>
          </p:cNvPr>
          <p:cNvSpPr/>
          <p:nvPr/>
        </p:nvSpPr>
        <p:spPr>
          <a:xfrm>
            <a:off x="1303867" y="4292601"/>
            <a:ext cx="2827866" cy="194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C9550070-A828-49CA-B2C7-5F85C5FB61A7}"/>
              </a:ext>
            </a:extLst>
          </p:cNvPr>
          <p:cNvSpPr/>
          <p:nvPr/>
        </p:nvSpPr>
        <p:spPr>
          <a:xfrm>
            <a:off x="220133" y="533399"/>
            <a:ext cx="939800" cy="8805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AA3E9ECD-1062-4C7D-AD83-82DDB679CB66}"/>
              </a:ext>
            </a:extLst>
          </p:cNvPr>
          <p:cNvSpPr/>
          <p:nvPr/>
        </p:nvSpPr>
        <p:spPr>
          <a:xfrm>
            <a:off x="220133" y="2641598"/>
            <a:ext cx="939800" cy="8805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1839B500-4F2A-42B9-B0E3-76223DE9C8BB}"/>
              </a:ext>
            </a:extLst>
          </p:cNvPr>
          <p:cNvSpPr/>
          <p:nvPr/>
        </p:nvSpPr>
        <p:spPr>
          <a:xfrm>
            <a:off x="220133" y="4826000"/>
            <a:ext cx="939800" cy="8805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01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58B38B1-C43F-48AB-9108-698D5A0E1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04887"/>
            <a:ext cx="67056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2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112E1-263F-4C33-BBDC-1B70EF8B16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rowspan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D29CE-3152-47C3-850E-0F8E151DA4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320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AED5ED-865B-4897-97D5-A0EA00CA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66" y="581553"/>
            <a:ext cx="6705600" cy="48482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E37CF1-B255-4D14-AB9A-05492C6AD163}"/>
              </a:ext>
            </a:extLst>
          </p:cNvPr>
          <p:cNvSpPr/>
          <p:nvPr/>
        </p:nvSpPr>
        <p:spPr>
          <a:xfrm>
            <a:off x="5274733" y="3200399"/>
            <a:ext cx="1016000" cy="601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5E9D2C2-8D83-4A3C-A4CB-4BA95C3A9F0A}"/>
              </a:ext>
            </a:extLst>
          </p:cNvPr>
          <p:cNvSpPr/>
          <p:nvPr/>
        </p:nvSpPr>
        <p:spPr>
          <a:xfrm>
            <a:off x="508001" y="2518833"/>
            <a:ext cx="2980266" cy="1964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Objetivo</a:t>
            </a:r>
            <a:r>
              <a:rPr lang="pt-BR" sz="2400" dirty="0">
                <a:solidFill>
                  <a:schemeClr val="tx1"/>
                </a:solidFill>
                <a:highlight>
                  <a:srgbClr val="FFFF00"/>
                </a:highlight>
              </a:rPr>
              <a:t>: mesclar estas duas células verticalmente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DE96557-2BAF-46DF-BEC2-7FD878913ADA}"/>
              </a:ext>
            </a:extLst>
          </p:cNvPr>
          <p:cNvCxnSpPr>
            <a:stCxn id="4" idx="6"/>
            <a:endCxn id="3" idx="1"/>
          </p:cNvCxnSpPr>
          <p:nvPr/>
        </p:nvCxnSpPr>
        <p:spPr>
          <a:xfrm>
            <a:off x="3488267" y="3500966"/>
            <a:ext cx="178646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084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21D6B3F-8805-41E5-87F4-8CD5CBB34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75" y="791383"/>
            <a:ext cx="4063338" cy="46865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1F7B35A-B92E-4718-A9FB-F7A2586CA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733" y="3429000"/>
            <a:ext cx="6204792" cy="3003172"/>
          </a:xfrm>
          <a:prstGeom prst="rect">
            <a:avLst/>
          </a:prstGeom>
        </p:spPr>
      </p:pic>
      <p:sp>
        <p:nvSpPr>
          <p:cNvPr id="6" name="Seta: Dobrada para Cima 5">
            <a:extLst>
              <a:ext uri="{FF2B5EF4-FFF2-40B4-BE49-F238E27FC236}">
                <a16:creationId xmlns:a16="http://schemas.microsoft.com/office/drawing/2014/main" id="{3DBEB01C-FC64-44C2-ABEF-2F0F3F11A210}"/>
              </a:ext>
            </a:extLst>
          </p:cNvPr>
          <p:cNvSpPr/>
          <p:nvPr/>
        </p:nvSpPr>
        <p:spPr>
          <a:xfrm flipV="1">
            <a:off x="1604254" y="2622421"/>
            <a:ext cx="6574545" cy="1847977"/>
          </a:xfrm>
          <a:prstGeom prst="bentUp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EBB0A592-7CB0-4079-A587-E9162FE6E475}"/>
              </a:ext>
            </a:extLst>
          </p:cNvPr>
          <p:cNvSpPr/>
          <p:nvPr/>
        </p:nvSpPr>
        <p:spPr>
          <a:xfrm>
            <a:off x="5638799" y="4356099"/>
            <a:ext cx="651933" cy="618066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BD0362C-6B69-426D-9DB7-CD024EB7730F}"/>
              </a:ext>
            </a:extLst>
          </p:cNvPr>
          <p:cNvSpPr/>
          <p:nvPr/>
        </p:nvSpPr>
        <p:spPr>
          <a:xfrm flipH="1">
            <a:off x="10942326" y="4356099"/>
            <a:ext cx="651933" cy="618066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10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09857C3-6CDC-42F8-A5AF-8D7D8CB5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266" y="1004887"/>
            <a:ext cx="6705600" cy="4848225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EF04B3B3-9734-41CA-8A81-E5C734688FE9}"/>
              </a:ext>
            </a:extLst>
          </p:cNvPr>
          <p:cNvSpPr/>
          <p:nvPr/>
        </p:nvSpPr>
        <p:spPr>
          <a:xfrm>
            <a:off x="237066" y="3026833"/>
            <a:ext cx="2980266" cy="1964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Objetivo</a:t>
            </a:r>
            <a:r>
              <a:rPr lang="pt-BR" sz="2400" dirty="0">
                <a:solidFill>
                  <a:schemeClr val="tx1"/>
                </a:solidFill>
                <a:highlight>
                  <a:srgbClr val="FFFF00"/>
                </a:highlight>
              </a:rPr>
              <a:t>: mesclar estas duas células verticalmente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371C75D-CC9A-4FF9-9A1C-476BB64203D9}"/>
              </a:ext>
            </a:extLst>
          </p:cNvPr>
          <p:cNvCxnSpPr>
            <a:cxnSpLocks/>
            <a:stCxn id="3" idx="6"/>
            <a:endCxn id="6" idx="1"/>
          </p:cNvCxnSpPr>
          <p:nvPr/>
        </p:nvCxnSpPr>
        <p:spPr>
          <a:xfrm flipV="1">
            <a:off x="3217332" y="3945467"/>
            <a:ext cx="1329268" cy="63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5BF1340B-6253-4C3B-ADB3-6CE66B6EC203}"/>
              </a:ext>
            </a:extLst>
          </p:cNvPr>
          <p:cNvSpPr/>
          <p:nvPr/>
        </p:nvSpPr>
        <p:spPr>
          <a:xfrm>
            <a:off x="4546600" y="3606800"/>
            <a:ext cx="1092200" cy="67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7158E25-BC62-47AB-8040-FEEAB9F55678}"/>
              </a:ext>
            </a:extLst>
          </p:cNvPr>
          <p:cNvCxnSpPr/>
          <p:nvPr/>
        </p:nvCxnSpPr>
        <p:spPr>
          <a:xfrm flipH="1">
            <a:off x="7526866" y="3818467"/>
            <a:ext cx="1007534" cy="190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6F70D00-EACA-41A5-9994-1749BC36023C}"/>
              </a:ext>
            </a:extLst>
          </p:cNvPr>
          <p:cNvSpPr/>
          <p:nvPr/>
        </p:nvSpPr>
        <p:spPr>
          <a:xfrm>
            <a:off x="8415867" y="3429000"/>
            <a:ext cx="2285999" cy="13631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Efeito Colateral</a:t>
            </a:r>
          </a:p>
          <a:p>
            <a:pPr algn="ctr"/>
            <a:r>
              <a:rPr lang="pt-BR" sz="2000" dirty="0">
                <a:solidFill>
                  <a:schemeClr val="tx1"/>
                </a:solidFill>
              </a:rPr>
              <a:t>Na 3ª linha há uma coluna a mais sobrando</a:t>
            </a:r>
          </a:p>
        </p:txBody>
      </p:sp>
    </p:spTree>
    <p:extLst>
      <p:ext uri="{BB962C8B-B14F-4D97-AF65-F5344CB8AC3E}">
        <p14:creationId xmlns:p14="http://schemas.microsoft.com/office/powerpoint/2010/main" val="1647532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EF95A6-73AC-4B04-99E7-1A8094B7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65" y="475838"/>
            <a:ext cx="4258269" cy="5906324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682AC1D4-CEFD-4A39-8499-166B07455FB1}"/>
              </a:ext>
            </a:extLst>
          </p:cNvPr>
          <p:cNvCxnSpPr/>
          <p:nvPr/>
        </p:nvCxnSpPr>
        <p:spPr>
          <a:xfrm flipH="1">
            <a:off x="3344333" y="4123267"/>
            <a:ext cx="3175000" cy="237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F8DEBD69-E9A3-4AC6-A0D4-F6FDE10F83EF}"/>
              </a:ext>
            </a:extLst>
          </p:cNvPr>
          <p:cNvSpPr/>
          <p:nvPr/>
        </p:nvSpPr>
        <p:spPr>
          <a:xfrm>
            <a:off x="2015067" y="4182533"/>
            <a:ext cx="1549400" cy="347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E9B35C6-C890-4F54-B5AB-0C4BE51D9712}"/>
              </a:ext>
            </a:extLst>
          </p:cNvPr>
          <p:cNvSpPr/>
          <p:nvPr/>
        </p:nvSpPr>
        <p:spPr>
          <a:xfrm>
            <a:off x="6392333" y="3606800"/>
            <a:ext cx="1794934" cy="13716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Excluir o par &lt;</a:t>
            </a:r>
            <a:r>
              <a:rPr lang="pt-BR" sz="2000" dirty="0" err="1">
                <a:solidFill>
                  <a:schemeClr val="tx1"/>
                </a:solidFill>
              </a:rPr>
              <a:t>td</a:t>
            </a:r>
            <a:r>
              <a:rPr lang="pt-BR" sz="2000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181705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E92C05B-5024-4F3B-8DBD-FAADE3B5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590154"/>
            <a:ext cx="11126753" cy="567769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9568A33-6AC0-4BF3-A329-BC662D6CD62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488267" y="4318002"/>
            <a:ext cx="1380066" cy="3555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DFE55E52-2432-4849-BE14-72AB5240C34A}"/>
              </a:ext>
            </a:extLst>
          </p:cNvPr>
          <p:cNvSpPr/>
          <p:nvPr/>
        </p:nvSpPr>
        <p:spPr>
          <a:xfrm>
            <a:off x="1236133" y="4191000"/>
            <a:ext cx="2252134" cy="965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B5B20A2-604B-4A9C-8993-4F6F4E3557EE}"/>
              </a:ext>
            </a:extLst>
          </p:cNvPr>
          <p:cNvSpPr/>
          <p:nvPr/>
        </p:nvSpPr>
        <p:spPr>
          <a:xfrm>
            <a:off x="2413000" y="5473698"/>
            <a:ext cx="2116666" cy="1103181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Estes 3 &lt;</a:t>
            </a:r>
            <a:r>
              <a:rPr lang="pt-BR" sz="2000" dirty="0" err="1">
                <a:solidFill>
                  <a:schemeClr val="tx1"/>
                </a:solidFill>
              </a:rPr>
              <a:t>td</a:t>
            </a:r>
            <a:r>
              <a:rPr lang="pt-BR" sz="2000" dirty="0">
                <a:solidFill>
                  <a:schemeClr val="tx1"/>
                </a:solidFill>
              </a:rPr>
              <a:t>&gt; são referente a 3ª linha</a:t>
            </a:r>
          </a:p>
        </p:txBody>
      </p:sp>
    </p:spTree>
    <p:extLst>
      <p:ext uri="{BB962C8B-B14F-4D97-AF65-F5344CB8AC3E}">
        <p14:creationId xmlns:p14="http://schemas.microsoft.com/office/powerpoint/2010/main" val="230489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5F08DD-43EC-4158-A9BB-A694DF673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485364"/>
            <a:ext cx="11888859" cy="588727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05749E4-10FE-47E1-BF8A-FCC34040D0A0}"/>
              </a:ext>
            </a:extLst>
          </p:cNvPr>
          <p:cNvSpPr/>
          <p:nvPr/>
        </p:nvSpPr>
        <p:spPr>
          <a:xfrm>
            <a:off x="1083733" y="2489200"/>
            <a:ext cx="3488267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2CFC6CD-E835-4896-A825-9D6102FB8E1E}"/>
              </a:ext>
            </a:extLst>
          </p:cNvPr>
          <p:cNvCxnSpPr/>
          <p:nvPr/>
        </p:nvCxnSpPr>
        <p:spPr>
          <a:xfrm>
            <a:off x="4572000" y="2650067"/>
            <a:ext cx="558800" cy="778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18E12C7A-F25C-4A2F-AA23-BE66E9918E2D}"/>
              </a:ext>
            </a:extLst>
          </p:cNvPr>
          <p:cNvSpPr/>
          <p:nvPr/>
        </p:nvSpPr>
        <p:spPr>
          <a:xfrm>
            <a:off x="1159933" y="4343400"/>
            <a:ext cx="2523067" cy="618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BADC14E-3186-45AA-BA9E-9C37F84507B5}"/>
              </a:ext>
            </a:extLst>
          </p:cNvPr>
          <p:cNvCxnSpPr/>
          <p:nvPr/>
        </p:nvCxnSpPr>
        <p:spPr>
          <a:xfrm flipV="1">
            <a:off x="3826933" y="3996267"/>
            <a:ext cx="2836334" cy="75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48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C47B6A2-C6C4-4B33-8898-2EE2ADDE2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618733"/>
            <a:ext cx="11488753" cy="562053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24876AC-19CA-4A70-A35A-B0C2227AD82A}"/>
              </a:ext>
            </a:extLst>
          </p:cNvPr>
          <p:cNvSpPr/>
          <p:nvPr/>
        </p:nvSpPr>
        <p:spPr>
          <a:xfrm>
            <a:off x="931333" y="3158067"/>
            <a:ext cx="2726267" cy="965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E6AEDFB-FA38-4560-8AB1-78DB2850A198}"/>
              </a:ext>
            </a:extLst>
          </p:cNvPr>
          <p:cNvSpPr/>
          <p:nvPr/>
        </p:nvSpPr>
        <p:spPr>
          <a:xfrm>
            <a:off x="101599" y="3293533"/>
            <a:ext cx="728134" cy="575734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08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0470D80-DFBC-40E0-83B1-371FA4C6A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642548"/>
            <a:ext cx="11736438" cy="557290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621026D-7F99-45D4-B221-107ED3DF388C}"/>
              </a:ext>
            </a:extLst>
          </p:cNvPr>
          <p:cNvSpPr/>
          <p:nvPr/>
        </p:nvSpPr>
        <p:spPr>
          <a:xfrm>
            <a:off x="1066800" y="4893733"/>
            <a:ext cx="2455333" cy="93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DB113B1-CC01-4000-A38F-4A5560974940}"/>
              </a:ext>
            </a:extLst>
          </p:cNvPr>
          <p:cNvCxnSpPr/>
          <p:nvPr/>
        </p:nvCxnSpPr>
        <p:spPr>
          <a:xfrm flipV="1">
            <a:off x="3522133" y="4639733"/>
            <a:ext cx="1464734" cy="7450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9883753-D3CE-482C-9B66-2807060F55A1}"/>
              </a:ext>
            </a:extLst>
          </p:cNvPr>
          <p:cNvCxnSpPr/>
          <p:nvPr/>
        </p:nvCxnSpPr>
        <p:spPr>
          <a:xfrm>
            <a:off x="4986867" y="4639733"/>
            <a:ext cx="350520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096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AF021E4-CE24-439C-9610-332359E1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642548"/>
            <a:ext cx="11736438" cy="5572903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4FCD26FE-E193-49CB-9A18-D0053D910F33}"/>
              </a:ext>
            </a:extLst>
          </p:cNvPr>
          <p:cNvSpPr/>
          <p:nvPr/>
        </p:nvSpPr>
        <p:spPr>
          <a:xfrm>
            <a:off x="93134" y="4986867"/>
            <a:ext cx="931333" cy="668866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excluir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CAB087-8502-4F01-B89D-5F055372105D}"/>
              </a:ext>
            </a:extLst>
          </p:cNvPr>
          <p:cNvSpPr/>
          <p:nvPr/>
        </p:nvSpPr>
        <p:spPr>
          <a:xfrm>
            <a:off x="1109133" y="5164667"/>
            <a:ext cx="1388534" cy="33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98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D8C50C5-C965-4278-AC74-D585E123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494890"/>
            <a:ext cx="11631648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47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22D08C1-B1C4-4CA6-84AE-480B5CD3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671127"/>
            <a:ext cx="11422069" cy="551574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637BFB5-3446-4007-9CBA-40003024AB1A}"/>
              </a:ext>
            </a:extLst>
          </p:cNvPr>
          <p:cNvSpPr/>
          <p:nvPr/>
        </p:nvSpPr>
        <p:spPr>
          <a:xfrm>
            <a:off x="990600" y="2954867"/>
            <a:ext cx="2150533" cy="338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FE43C76-D924-48E0-B2CD-9FCD0ABBCDC2}"/>
              </a:ext>
            </a:extLst>
          </p:cNvPr>
          <p:cNvCxnSpPr/>
          <p:nvPr/>
        </p:nvCxnSpPr>
        <p:spPr>
          <a:xfrm flipH="1">
            <a:off x="3141133" y="1930400"/>
            <a:ext cx="838200" cy="863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B3C27D48-7AC3-4235-877A-C1C0E5FF06A0}"/>
              </a:ext>
            </a:extLst>
          </p:cNvPr>
          <p:cNvSpPr/>
          <p:nvPr/>
        </p:nvSpPr>
        <p:spPr>
          <a:xfrm>
            <a:off x="3826933" y="1515533"/>
            <a:ext cx="1617134" cy="1032934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Insira um </a:t>
            </a:r>
            <a:r>
              <a:rPr lang="pt-BR" sz="2000" u="sng" dirty="0" err="1">
                <a:solidFill>
                  <a:schemeClr val="tx1"/>
                </a:solidFill>
              </a:rPr>
              <a:t>rowspan</a:t>
            </a:r>
            <a:endParaRPr lang="pt-BR" sz="2000" u="sng" dirty="0">
              <a:solidFill>
                <a:schemeClr val="tx1"/>
              </a:solidFill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8788E1A-8C3D-42C9-AE3E-283983159FB9}"/>
              </a:ext>
            </a:extLst>
          </p:cNvPr>
          <p:cNvCxnSpPr>
            <a:stCxn id="6" idx="5"/>
          </p:cNvCxnSpPr>
          <p:nvPr/>
        </p:nvCxnSpPr>
        <p:spPr>
          <a:xfrm>
            <a:off x="5207243" y="2397197"/>
            <a:ext cx="1371357" cy="16668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839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8CB55-B402-42E6-956A-96883371E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Preenchendo a 5ª aula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0C5FB5-EBBA-4464-BED8-BAA1D0F18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837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6CDE9EE-2AF3-41ED-86FB-B811B89EE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637785"/>
            <a:ext cx="11469701" cy="558242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6E993C2-B53D-4BB1-B159-0C52E42F6213}"/>
              </a:ext>
            </a:extLst>
          </p:cNvPr>
          <p:cNvSpPr/>
          <p:nvPr/>
        </p:nvSpPr>
        <p:spPr>
          <a:xfrm>
            <a:off x="1134533" y="4241800"/>
            <a:ext cx="2192867" cy="931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7AF7078-DE66-4F8F-9C7C-2AB082695931}"/>
              </a:ext>
            </a:extLst>
          </p:cNvPr>
          <p:cNvCxnSpPr/>
          <p:nvPr/>
        </p:nvCxnSpPr>
        <p:spPr>
          <a:xfrm>
            <a:off x="3327400" y="4707467"/>
            <a:ext cx="1693333" cy="931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614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8CB55-B402-42E6-956A-96883371E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Preenchendo a 6ª aula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0C5FB5-EBBA-4464-BED8-BAA1D0F18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129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D9E50D0-91E8-45D6-848F-0A63BBAC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742575"/>
            <a:ext cx="11469701" cy="53728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398499-7B74-40AC-A265-75E2C4319511}"/>
              </a:ext>
            </a:extLst>
          </p:cNvPr>
          <p:cNvSpPr/>
          <p:nvPr/>
        </p:nvSpPr>
        <p:spPr>
          <a:xfrm>
            <a:off x="1092200" y="3683000"/>
            <a:ext cx="2760133" cy="889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solidFill>
                <a:schemeClr val="tx1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0636D1E-82C2-4ECA-AE0B-2374AC0FC397}"/>
              </a:ext>
            </a:extLst>
          </p:cNvPr>
          <p:cNvCxnSpPr>
            <a:stCxn id="3" idx="3"/>
          </p:cNvCxnSpPr>
          <p:nvPr/>
        </p:nvCxnSpPr>
        <p:spPr>
          <a:xfrm>
            <a:off x="3852333" y="4127500"/>
            <a:ext cx="1159934" cy="6900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346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1A638-D36A-4332-A934-74D40C968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Mesclando a 5ª e 6ª aula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DBD50E-78B3-4846-AB48-0BE70D9BC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586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77A6E80-5E58-44E6-A3FF-5A4BCF138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699706"/>
            <a:ext cx="11631648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19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A95DDFA-8179-4A06-801C-BF9F6510A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04887"/>
            <a:ext cx="67056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88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A4EC703-09C3-4847-A395-9FF80CAB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23" y="202505"/>
            <a:ext cx="8925154" cy="6452988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ABA3E6C6-D9C8-4B7A-B538-A45295A50283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1319626" y="2633273"/>
            <a:ext cx="475307" cy="1861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A3AE8F98-93F9-446C-9C20-49A0B48E1114}"/>
              </a:ext>
            </a:extLst>
          </p:cNvPr>
          <p:cNvSpPr/>
          <p:nvPr/>
        </p:nvSpPr>
        <p:spPr>
          <a:xfrm>
            <a:off x="177799" y="2091267"/>
            <a:ext cx="1337733" cy="6350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rowspan</a:t>
            </a:r>
            <a:r>
              <a:rPr lang="pt-BR" sz="1200" dirty="0">
                <a:solidFill>
                  <a:schemeClr val="tx1"/>
                </a:solidFill>
              </a:rPr>
              <a:t>=2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491737-E1A0-4F63-AFEB-9C121812D8B6}"/>
              </a:ext>
            </a:extLst>
          </p:cNvPr>
          <p:cNvSpPr/>
          <p:nvPr/>
        </p:nvSpPr>
        <p:spPr>
          <a:xfrm>
            <a:off x="218957" y="4462769"/>
            <a:ext cx="1337733" cy="6350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rowspan</a:t>
            </a:r>
            <a:r>
              <a:rPr lang="pt-BR" sz="1200" dirty="0">
                <a:solidFill>
                  <a:schemeClr val="tx1"/>
                </a:solidFill>
              </a:rPr>
              <a:t>=3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75A81F5-C55E-4A4D-9B8E-DB512E49746F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1360784" y="4174067"/>
            <a:ext cx="603483" cy="3816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F8FE6071-FAFC-4195-ADF1-7C28B908F605}"/>
              </a:ext>
            </a:extLst>
          </p:cNvPr>
          <p:cNvSpPr/>
          <p:nvPr/>
        </p:nvSpPr>
        <p:spPr>
          <a:xfrm>
            <a:off x="6544732" y="2501900"/>
            <a:ext cx="1337733" cy="6350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colspan</a:t>
            </a:r>
            <a:r>
              <a:rPr lang="pt-BR" sz="1200" dirty="0">
                <a:solidFill>
                  <a:schemeClr val="tx1"/>
                </a:solidFill>
              </a:rPr>
              <a:t>=3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19B0A70-7CB4-42AD-9E94-809E1BC96FAB}"/>
              </a:ext>
            </a:extLst>
          </p:cNvPr>
          <p:cNvCxnSpPr/>
          <p:nvPr/>
        </p:nvCxnSpPr>
        <p:spPr>
          <a:xfrm flipH="1">
            <a:off x="5228487" y="2819400"/>
            <a:ext cx="1290846" cy="677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054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 sz="2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94</Words>
  <Application>Microsoft Office PowerPoint</Application>
  <PresentationFormat>Widescreen</PresentationFormat>
  <Paragraphs>22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do Office</vt:lpstr>
      <vt:lpstr>Exemplo4.html</vt:lpstr>
      <vt:lpstr>Apresentação do PowerPoint</vt:lpstr>
      <vt:lpstr>Apresentação do PowerPoint</vt:lpstr>
      <vt:lpstr>Apresentação do PowerPoint</vt:lpstr>
      <vt:lpstr>Adicionando o estilo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Utilizando o rowspan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Preenchendo a 5ª aula</vt:lpstr>
      <vt:lpstr>Apresentação do PowerPoint</vt:lpstr>
      <vt:lpstr>Preenchendo a 6ª aula</vt:lpstr>
      <vt:lpstr>Apresentação do PowerPoint</vt:lpstr>
      <vt:lpstr>Mesclando a 5ª e 6ª aula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 01</dc:creator>
  <cp:lastModifiedBy>Lab 01</cp:lastModifiedBy>
  <cp:revision>21</cp:revision>
  <dcterms:created xsi:type="dcterms:W3CDTF">2026-07-30T13:23:20Z</dcterms:created>
  <dcterms:modified xsi:type="dcterms:W3CDTF">2026-08-06T13:34:16Z</dcterms:modified>
</cp:coreProperties>
</file>