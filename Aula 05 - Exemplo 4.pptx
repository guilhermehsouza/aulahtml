
<file path=[Content_Types].xml><?xml version="1.0" encoding="utf-8"?>
<Types xmlns="http://schemas.openxmlformats.org/package/2006/content-types">
  <Default Extension="png" ContentType="image/png"/>
  <Default Extension="tmp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3" r:id="rId2"/>
    <p:sldId id="330" r:id="rId3"/>
    <p:sldId id="294" r:id="rId4"/>
    <p:sldId id="295" r:id="rId5"/>
    <p:sldId id="296" r:id="rId6"/>
    <p:sldId id="297" r:id="rId7"/>
    <p:sldId id="298" r:id="rId8"/>
    <p:sldId id="299" r:id="rId9"/>
    <p:sldId id="300" r:id="rId10"/>
    <p:sldId id="301" r:id="rId11"/>
    <p:sldId id="302" r:id="rId12"/>
    <p:sldId id="303" r:id="rId13"/>
    <p:sldId id="304" r:id="rId14"/>
    <p:sldId id="305" r:id="rId15"/>
    <p:sldId id="306" r:id="rId16"/>
    <p:sldId id="307" r:id="rId17"/>
    <p:sldId id="308" r:id="rId18"/>
    <p:sldId id="309" r:id="rId19"/>
    <p:sldId id="310" r:id="rId20"/>
    <p:sldId id="311" r:id="rId21"/>
    <p:sldId id="312" r:id="rId22"/>
    <p:sldId id="313" r:id="rId23"/>
    <p:sldId id="314" r:id="rId24"/>
    <p:sldId id="315" r:id="rId25"/>
    <p:sldId id="316" r:id="rId26"/>
    <p:sldId id="317" r:id="rId27"/>
    <p:sldId id="318" r:id="rId28"/>
    <p:sldId id="319" r:id="rId29"/>
    <p:sldId id="320" r:id="rId30"/>
    <p:sldId id="321" r:id="rId31"/>
    <p:sldId id="322" r:id="rId32"/>
    <p:sldId id="323" r:id="rId33"/>
    <p:sldId id="326" r:id="rId34"/>
    <p:sldId id="324" r:id="rId35"/>
    <p:sldId id="325" r:id="rId36"/>
    <p:sldId id="327" r:id="rId37"/>
    <p:sldId id="328" r:id="rId38"/>
    <p:sldId id="329" r:id="rId3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81" autoAdjust="0"/>
    <p:restoredTop sz="94660"/>
  </p:normalViewPr>
  <p:slideViewPr>
    <p:cSldViewPr snapToGrid="0">
      <p:cViewPr varScale="1">
        <p:scale>
          <a:sx n="89" d="100"/>
          <a:sy n="89" d="100"/>
        </p:scale>
        <p:origin x="786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B8FC5A-B1C6-435A-9064-30B8555A3C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68B98A5-9989-4E30-B939-972BC83216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6BB51ED-7713-43D0-9EB5-435A56166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EC0FA9C-7BB7-4AB9-9575-D473B64FC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D8BE3DB-04B3-4C49-B433-4144ABE66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5797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7CFB45-893A-4DE3-9EC6-A4403B573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87CD6C-21B6-4028-AE42-EBE096218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7F8B32D-6EEF-4B1F-821F-5CD2A1D74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B3457A4-085D-4FE8-B8A8-A665D3F06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D14B78A-AC20-4112-A9F4-B391B0DE6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9800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D142D3-DA5E-4E0C-B353-2A5E41304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F073B48-9E59-490C-A343-B07E7D5F4E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AFB2423-99E8-48BF-9002-1EE1F3193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5120322-B1D4-43D9-A3CB-EC556F66E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BD377D0-E4E2-4321-A979-A01B8D7E1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9110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E6B4C6-1A45-4744-B519-A5D460C2F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2E5B0E-49D0-4C12-ABA9-9801CF722F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C84F6E1-09B7-4FE2-B369-680A1FCDE3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5B939B2-773F-4C92-8579-6CE229F67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AD4DC1C-28E4-409C-9CD2-B45171449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256C8C9-9748-48CF-8FE2-0BFD40CEB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6551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45F8D7-366E-4520-94C3-91220A2D7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9FFD30E-1EC7-4EC4-ABAF-B95C283FAE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C67AC82-DB16-4FC2-9C18-DF5DF282E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DBEF6A6-C742-457F-AAED-F8EFF9B58B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43C6CAD-CC7D-45AA-B43C-BFD98C8DDB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48F6EFC-DEB5-46E4-9252-37AA31DCD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2D90A90C-92FC-4D55-AF51-F71D158C8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02CD06DC-A59F-4F52-B3B5-374013181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3196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0F80E-BF5A-4363-BE5A-7DAD85E0D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1860A4A-B6E4-475F-AE76-1382BA169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3774111-3E55-4546-BE45-A03E8B7D2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C3A5A55-BA52-4C41-A6AF-F914837CC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217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B7A996E-99C2-4EDF-8008-983D12CF0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CFDF5D2D-741C-4C97-AF7D-7DA70925C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E4A821-D68E-446C-A6D0-B09BF82FE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4634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5A2D27-C5AD-4832-B730-16A2BBB96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C2C23F-93F9-42B0-8024-4452BDEA1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9D29CB7-6B0C-4FD8-A7B6-8E2C58177D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318D27-F155-4AAB-8768-29B3EEB79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6AC84E3-93EA-4EF9-9005-196CE4E84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AA23D0A-5B1E-44E1-97F6-12885188D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95954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49E04B-8BA1-48C2-8C0E-8FCFB5661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5F318A7-A690-4903-AE57-76988C4961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764615F-DB68-4CF9-BDB5-AE395BE3B2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628672E-388D-4A90-9386-0DD3364B4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05A2B62-F605-434C-A6E6-F8569AF9F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F4955E4-600C-4597-8294-0FD1E9DAC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9832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AA81CE-3D8A-4982-9116-261407C62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1545418-6DE8-4485-9001-AA784913A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711F3AB-49D5-41ED-B1ED-98BFDF855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81975B5-5008-494C-B345-8A2309CA9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1914CB5-50F3-4E22-B92A-C094DEF8F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47794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B39A283-E377-431E-A31B-A7D0C8C470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EBF88CD-880F-4004-B752-B1A8ACF451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E9F36A5-C54B-4A5E-91FB-F4282D1B1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01FE9F0-0953-49F7-876F-49C17F320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0248799-A130-46F1-B76C-4D69974EA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8121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0C693D6-6C95-4FC4-8318-2859FD810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976FC6E-64AB-421E-8043-4775DF14CD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93250E1-CC29-4320-95BD-B01481819A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5F8590-0EAC-44F7-8DC6-3A1411D2B327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7AA3B66-2F2D-482C-BF4C-1E3E3A3883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463AD95-3F62-4BB9-BA45-AF00CC576B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893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mp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mp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mp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mp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mp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mp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tmp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tmp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tmp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tmp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mp"/><Relationship Id="rId2" Type="http://schemas.openxmlformats.org/officeDocument/2006/relationships/image" Target="../media/image19.tmp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tmp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tmp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430315-065D-476E-A9E5-14253F32CE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Exemplo4.html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02E3CCF-3B32-4BD4-BDBD-D5C5C4DE6CF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9261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F79A6B-EE0A-4E2C-8F10-C4A5AB2B3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Objetivos da Aula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4A3A41B-0523-4345-BD28-15D4733B43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Exemplo 3 - </a:t>
            </a:r>
            <a:r>
              <a:rPr lang="pt-BR" dirty="0" err="1"/>
              <a:t>colspan</a:t>
            </a:r>
            <a:endParaRPr lang="pt-BR" dirty="0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32413FDC-BDBC-4145-BC15-B3382A6EEC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 dirty="0"/>
              <a:t>Exemplo 4 - </a:t>
            </a:r>
            <a:r>
              <a:rPr lang="pt-BR" dirty="0" err="1"/>
              <a:t>rowspan</a:t>
            </a:r>
            <a:endParaRPr lang="pt-BR" dirty="0"/>
          </a:p>
        </p:txBody>
      </p:sp>
      <p:pic>
        <p:nvPicPr>
          <p:cNvPr id="7" name="Espaço Reservado para Conteúdo 6">
            <a:extLst>
              <a:ext uri="{FF2B5EF4-FFF2-40B4-BE49-F238E27FC236}">
                <a16:creationId xmlns:a16="http://schemas.microsoft.com/office/drawing/2014/main" id="{FC6CE060-0CF1-4B8F-8332-A15F933B97DA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5516153" y="2505075"/>
            <a:ext cx="5795725" cy="4190376"/>
          </a:xfrm>
          <a:prstGeom prst="rect">
            <a:avLst/>
          </a:prstGeom>
        </p:spPr>
      </p:pic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C11335D1-9784-4836-8308-C387E1923AF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836612" y="2505074"/>
            <a:ext cx="4617515" cy="4190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491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A10DE7F4-45B5-4065-A79B-E01603C278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944" y="656838"/>
            <a:ext cx="4382112" cy="5544324"/>
          </a:xfrm>
          <a:prstGeom prst="rect">
            <a:avLst/>
          </a:prstGeom>
        </p:spPr>
      </p:pic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8ECB68AF-24A0-4970-ABFD-A6A7D698DDFC}"/>
              </a:ext>
            </a:extLst>
          </p:cNvPr>
          <p:cNvCxnSpPr/>
          <p:nvPr/>
        </p:nvCxnSpPr>
        <p:spPr>
          <a:xfrm flipH="1" flipV="1">
            <a:off x="6773333" y="1185333"/>
            <a:ext cx="2379134" cy="17356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Elipse 5">
            <a:extLst>
              <a:ext uri="{FF2B5EF4-FFF2-40B4-BE49-F238E27FC236}">
                <a16:creationId xmlns:a16="http://schemas.microsoft.com/office/drawing/2014/main" id="{642FFC08-19D5-4F02-8E50-FF8030291515}"/>
              </a:ext>
            </a:extLst>
          </p:cNvPr>
          <p:cNvSpPr/>
          <p:nvPr/>
        </p:nvSpPr>
        <p:spPr>
          <a:xfrm>
            <a:off x="6282267" y="656838"/>
            <a:ext cx="635000" cy="647029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351305F8-EA61-4DF9-9622-9478C05D41F5}"/>
              </a:ext>
            </a:extLst>
          </p:cNvPr>
          <p:cNvSpPr/>
          <p:nvPr/>
        </p:nvSpPr>
        <p:spPr>
          <a:xfrm>
            <a:off x="1388534" y="2328333"/>
            <a:ext cx="2692400" cy="1380067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>
                <a:solidFill>
                  <a:schemeClr val="tx1"/>
                </a:solidFill>
              </a:rPr>
              <a:t>Estamos na pasta aula 5</a:t>
            </a:r>
          </a:p>
        </p:txBody>
      </p:sp>
    </p:spTree>
    <p:extLst>
      <p:ext uri="{BB962C8B-B14F-4D97-AF65-F5344CB8AC3E}">
        <p14:creationId xmlns:p14="http://schemas.microsoft.com/office/powerpoint/2010/main" val="8882975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36600BF-58E1-4D86-9787-C072184424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2067" y="536986"/>
            <a:ext cx="5507867" cy="5784029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354DA756-D2DB-4786-A5D3-DF6BA6E9BB7A}"/>
              </a:ext>
            </a:extLst>
          </p:cNvPr>
          <p:cNvSpPr/>
          <p:nvPr/>
        </p:nvSpPr>
        <p:spPr>
          <a:xfrm>
            <a:off x="3666067" y="3928533"/>
            <a:ext cx="3378200" cy="855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5" name="Seta: para a Direita 4">
            <a:extLst>
              <a:ext uri="{FF2B5EF4-FFF2-40B4-BE49-F238E27FC236}">
                <a16:creationId xmlns:a16="http://schemas.microsoft.com/office/drawing/2014/main" id="{ADEB2D6C-5656-43A4-B605-E3F7F113F083}"/>
              </a:ext>
            </a:extLst>
          </p:cNvPr>
          <p:cNvSpPr/>
          <p:nvPr/>
        </p:nvSpPr>
        <p:spPr>
          <a:xfrm>
            <a:off x="1600200" y="3666067"/>
            <a:ext cx="1888067" cy="1320800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</a:rPr>
              <a:t>Criar novo arquivo</a:t>
            </a:r>
          </a:p>
        </p:txBody>
      </p:sp>
    </p:spTree>
    <p:extLst>
      <p:ext uri="{BB962C8B-B14F-4D97-AF65-F5344CB8AC3E}">
        <p14:creationId xmlns:p14="http://schemas.microsoft.com/office/powerpoint/2010/main" val="32230675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37E0481-B6B0-428D-A057-6200D34DA0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255" y="747338"/>
            <a:ext cx="10669489" cy="536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400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CC3B8B-0A09-4484-B5BC-3EF99FD8ADA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Adicionando o estilo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688CFF9-2A8E-4156-BC6B-5C0A4B040F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20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BEC65666-7982-4E40-8E51-3EAC207CF0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6048" y="621367"/>
            <a:ext cx="6719904" cy="5615264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F0DC8B0F-26D4-4132-8A4E-C30D34100D7E}"/>
              </a:ext>
            </a:extLst>
          </p:cNvPr>
          <p:cNvSpPr/>
          <p:nvPr/>
        </p:nvSpPr>
        <p:spPr>
          <a:xfrm>
            <a:off x="3488267" y="3031067"/>
            <a:ext cx="2429933" cy="21420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35490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E99A60E-9D0A-490C-9A0E-45E6EF3127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8480" y="80033"/>
            <a:ext cx="4615041" cy="6697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8741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506974D-EF3E-4670-AD8B-AC8811A615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9422" y="218627"/>
            <a:ext cx="5315692" cy="6420746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8B6686A0-8672-41C6-BE58-77EF94767190}"/>
              </a:ext>
            </a:extLst>
          </p:cNvPr>
          <p:cNvSpPr/>
          <p:nvPr/>
        </p:nvSpPr>
        <p:spPr>
          <a:xfrm>
            <a:off x="3090333" y="2921000"/>
            <a:ext cx="3826934" cy="15324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5" name="Seta: para a Esquerda 4">
            <a:extLst>
              <a:ext uri="{FF2B5EF4-FFF2-40B4-BE49-F238E27FC236}">
                <a16:creationId xmlns:a16="http://schemas.microsoft.com/office/drawing/2014/main" id="{CCCF9F61-CFE4-49A2-A8F5-3FEAB7D179D7}"/>
              </a:ext>
            </a:extLst>
          </p:cNvPr>
          <p:cNvSpPr/>
          <p:nvPr/>
        </p:nvSpPr>
        <p:spPr>
          <a:xfrm>
            <a:off x="7188200" y="2921000"/>
            <a:ext cx="2446867" cy="1532467"/>
          </a:xfrm>
          <a:prstGeom prst="lef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</a:rPr>
              <a:t>Digitas esta propriedades</a:t>
            </a:r>
          </a:p>
        </p:txBody>
      </p:sp>
    </p:spTree>
    <p:extLst>
      <p:ext uri="{BB962C8B-B14F-4D97-AF65-F5344CB8AC3E}">
        <p14:creationId xmlns:p14="http://schemas.microsoft.com/office/powerpoint/2010/main" val="3660701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F064A9E-0C37-414E-BC50-940E99A8C8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284" y="374382"/>
            <a:ext cx="5763430" cy="6109236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3AE0CEB2-BDE1-4E3E-847A-B955D952F261}"/>
              </a:ext>
            </a:extLst>
          </p:cNvPr>
          <p:cNvSpPr/>
          <p:nvPr/>
        </p:nvSpPr>
        <p:spPr>
          <a:xfrm>
            <a:off x="3776133" y="3835400"/>
            <a:ext cx="2455334" cy="16425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5" name="Seta: para a Direita 4">
            <a:extLst>
              <a:ext uri="{FF2B5EF4-FFF2-40B4-BE49-F238E27FC236}">
                <a16:creationId xmlns:a16="http://schemas.microsoft.com/office/drawing/2014/main" id="{0901F328-91A0-4856-A2A1-B6F9F71A06E2}"/>
              </a:ext>
            </a:extLst>
          </p:cNvPr>
          <p:cNvSpPr/>
          <p:nvPr/>
        </p:nvSpPr>
        <p:spPr>
          <a:xfrm>
            <a:off x="1236133" y="4064000"/>
            <a:ext cx="2286000" cy="1159933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</a:rPr>
              <a:t>Digite estas linhas</a:t>
            </a:r>
          </a:p>
        </p:txBody>
      </p:sp>
    </p:spTree>
    <p:extLst>
      <p:ext uri="{BB962C8B-B14F-4D97-AF65-F5344CB8AC3E}">
        <p14:creationId xmlns:p14="http://schemas.microsoft.com/office/powerpoint/2010/main" val="37385432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AC9A2E7-0BB3-439E-BB99-6ADC528423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6759" y="90021"/>
            <a:ext cx="5058481" cy="6677957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62EDE82D-68FB-43EA-A708-242804365106}"/>
              </a:ext>
            </a:extLst>
          </p:cNvPr>
          <p:cNvSpPr/>
          <p:nvPr/>
        </p:nvSpPr>
        <p:spPr>
          <a:xfrm>
            <a:off x="4546600" y="4436533"/>
            <a:ext cx="3691467" cy="12107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6" name="Seta: para a Esquerda 5">
            <a:extLst>
              <a:ext uri="{FF2B5EF4-FFF2-40B4-BE49-F238E27FC236}">
                <a16:creationId xmlns:a16="http://schemas.microsoft.com/office/drawing/2014/main" id="{AA548A3F-0608-450F-87F7-F9B51454A32C}"/>
              </a:ext>
            </a:extLst>
          </p:cNvPr>
          <p:cNvSpPr/>
          <p:nvPr/>
        </p:nvSpPr>
        <p:spPr>
          <a:xfrm>
            <a:off x="8381647" y="4275666"/>
            <a:ext cx="2446867" cy="1532467"/>
          </a:xfrm>
          <a:prstGeom prst="lef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</a:rPr>
              <a:t>Digitas esta propriedades</a:t>
            </a:r>
          </a:p>
        </p:txBody>
      </p:sp>
    </p:spTree>
    <p:extLst>
      <p:ext uri="{BB962C8B-B14F-4D97-AF65-F5344CB8AC3E}">
        <p14:creationId xmlns:p14="http://schemas.microsoft.com/office/powerpoint/2010/main" val="1973212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7E9F22D-D788-4BAE-89F3-C54EE323B2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86" y="352668"/>
            <a:ext cx="5259714" cy="4595554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64DDECB6-8525-4C58-8742-44F1C14FA9D4}"/>
              </a:ext>
            </a:extLst>
          </p:cNvPr>
          <p:cNvSpPr/>
          <p:nvPr/>
        </p:nvSpPr>
        <p:spPr>
          <a:xfrm>
            <a:off x="1032933" y="2175933"/>
            <a:ext cx="4318000" cy="7027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9113658-F784-4168-AF4E-B79138F509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9133" y="3428999"/>
            <a:ext cx="5517399" cy="3244607"/>
          </a:xfrm>
          <a:prstGeom prst="rect">
            <a:avLst/>
          </a:prstGeom>
        </p:spPr>
      </p:pic>
      <p:sp>
        <p:nvSpPr>
          <p:cNvPr id="6" name="Seta: Dobrada para Cima 5">
            <a:extLst>
              <a:ext uri="{FF2B5EF4-FFF2-40B4-BE49-F238E27FC236}">
                <a16:creationId xmlns:a16="http://schemas.microsoft.com/office/drawing/2014/main" id="{E875B653-5020-41BB-9FCF-74532F08C4DB}"/>
              </a:ext>
            </a:extLst>
          </p:cNvPr>
          <p:cNvSpPr/>
          <p:nvPr/>
        </p:nvSpPr>
        <p:spPr>
          <a:xfrm rot="5400000">
            <a:off x="2969684" y="2800349"/>
            <a:ext cx="3429000" cy="3585635"/>
          </a:xfrm>
          <a:prstGeom prst="bentUpArrow">
            <a:avLst>
              <a:gd name="adj1" fmla="val 7469"/>
              <a:gd name="adj2" fmla="val 16605"/>
              <a:gd name="adj3" fmla="val 23025"/>
            </a:avLst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25760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035308E-CE4F-4BB0-8D59-95FB87E9F0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3970" y="390101"/>
            <a:ext cx="4544059" cy="6077798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F7A9BDB5-3F30-41B0-8B9F-C2F713F26AD0}"/>
              </a:ext>
            </a:extLst>
          </p:cNvPr>
          <p:cNvSpPr/>
          <p:nvPr/>
        </p:nvSpPr>
        <p:spPr>
          <a:xfrm>
            <a:off x="4174067" y="1913467"/>
            <a:ext cx="3759200" cy="584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858DD90-FCFB-4D8D-A12D-D6A8959B2535}"/>
              </a:ext>
            </a:extLst>
          </p:cNvPr>
          <p:cNvSpPr/>
          <p:nvPr/>
        </p:nvSpPr>
        <p:spPr>
          <a:xfrm>
            <a:off x="4174067" y="2709331"/>
            <a:ext cx="3759200" cy="22690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74B59321-88F4-400F-86CC-8E3EA7044323}"/>
              </a:ext>
            </a:extLst>
          </p:cNvPr>
          <p:cNvSpPr/>
          <p:nvPr/>
        </p:nvSpPr>
        <p:spPr>
          <a:xfrm>
            <a:off x="2413000" y="1634067"/>
            <a:ext cx="1608667" cy="1075264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85209234-C0B8-4B1F-AF5C-0A27FC3F1097}"/>
              </a:ext>
            </a:extLst>
          </p:cNvPr>
          <p:cNvSpPr/>
          <p:nvPr/>
        </p:nvSpPr>
        <p:spPr>
          <a:xfrm>
            <a:off x="2390352" y="3272363"/>
            <a:ext cx="1608667" cy="1075264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22457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ED378441-2A30-4592-95AF-EFACC63F86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570" y="909286"/>
            <a:ext cx="11526859" cy="5039428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022ACE81-DA0E-4942-946D-4DA0D087E2E8}"/>
              </a:ext>
            </a:extLst>
          </p:cNvPr>
          <p:cNvSpPr/>
          <p:nvPr/>
        </p:nvSpPr>
        <p:spPr>
          <a:xfrm>
            <a:off x="1608667" y="3242733"/>
            <a:ext cx="2734733" cy="13377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4" name="Seta: para Cima 3">
            <a:extLst>
              <a:ext uri="{FF2B5EF4-FFF2-40B4-BE49-F238E27FC236}">
                <a16:creationId xmlns:a16="http://schemas.microsoft.com/office/drawing/2014/main" id="{04A7155A-CA2D-440D-B561-F0A7FDCFC047}"/>
              </a:ext>
            </a:extLst>
          </p:cNvPr>
          <p:cNvSpPr/>
          <p:nvPr/>
        </p:nvSpPr>
        <p:spPr>
          <a:xfrm>
            <a:off x="2506134" y="4673600"/>
            <a:ext cx="1058333" cy="1041400"/>
          </a:xfrm>
          <a:prstGeom prst="up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48730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07600447-C42B-4C6C-8847-57EAA095B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728" y="733049"/>
            <a:ext cx="11412543" cy="5391902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709D34AC-AA65-448A-9224-2875D34FBC10}"/>
              </a:ext>
            </a:extLst>
          </p:cNvPr>
          <p:cNvSpPr/>
          <p:nvPr/>
        </p:nvSpPr>
        <p:spPr>
          <a:xfrm>
            <a:off x="1024467" y="3564467"/>
            <a:ext cx="2887133" cy="19727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4" name="Seta: para Cima 3">
            <a:extLst>
              <a:ext uri="{FF2B5EF4-FFF2-40B4-BE49-F238E27FC236}">
                <a16:creationId xmlns:a16="http://schemas.microsoft.com/office/drawing/2014/main" id="{B1D9EFE0-32FF-40AC-A3CD-104D3F71D247}"/>
              </a:ext>
            </a:extLst>
          </p:cNvPr>
          <p:cNvSpPr/>
          <p:nvPr/>
        </p:nvSpPr>
        <p:spPr>
          <a:xfrm>
            <a:off x="2184400" y="5723467"/>
            <a:ext cx="745067" cy="939800"/>
          </a:xfrm>
          <a:prstGeom prst="up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95630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3A06652-7632-4E32-97B2-0F913A598D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939" y="675891"/>
            <a:ext cx="11260121" cy="5506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4064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263B8AA-8226-4D60-B9A2-7F871A13B2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709" y="0"/>
            <a:ext cx="10352582" cy="685800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9EB141D1-A0F1-4720-8699-6901A6E5A87A}"/>
              </a:ext>
            </a:extLst>
          </p:cNvPr>
          <p:cNvSpPr/>
          <p:nvPr/>
        </p:nvSpPr>
        <p:spPr>
          <a:xfrm>
            <a:off x="1303867" y="0"/>
            <a:ext cx="2827866" cy="19473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BC8FE05-C0E0-452A-AD87-0B77ABC9A1B1}"/>
              </a:ext>
            </a:extLst>
          </p:cNvPr>
          <p:cNvSpPr/>
          <p:nvPr/>
        </p:nvSpPr>
        <p:spPr>
          <a:xfrm>
            <a:off x="1303867" y="2108199"/>
            <a:ext cx="2827866" cy="19473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9E1DAC71-092B-4C46-9E9C-3224BABE003A}"/>
              </a:ext>
            </a:extLst>
          </p:cNvPr>
          <p:cNvSpPr/>
          <p:nvPr/>
        </p:nvSpPr>
        <p:spPr>
          <a:xfrm>
            <a:off x="1303867" y="4292601"/>
            <a:ext cx="2827866" cy="19473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C9550070-A828-49CA-B2C7-5F85C5FB61A7}"/>
              </a:ext>
            </a:extLst>
          </p:cNvPr>
          <p:cNvSpPr/>
          <p:nvPr/>
        </p:nvSpPr>
        <p:spPr>
          <a:xfrm>
            <a:off x="220133" y="533399"/>
            <a:ext cx="939800" cy="880533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AA3E9ECD-1062-4C7D-AD83-82DDB679CB66}"/>
              </a:ext>
            </a:extLst>
          </p:cNvPr>
          <p:cNvSpPr/>
          <p:nvPr/>
        </p:nvSpPr>
        <p:spPr>
          <a:xfrm>
            <a:off x="220133" y="2641598"/>
            <a:ext cx="939800" cy="880533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1839B500-4F2A-42B9-B0E3-76223DE9C8BB}"/>
              </a:ext>
            </a:extLst>
          </p:cNvPr>
          <p:cNvSpPr/>
          <p:nvPr/>
        </p:nvSpPr>
        <p:spPr>
          <a:xfrm>
            <a:off x="220133" y="4826000"/>
            <a:ext cx="939800" cy="880533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2101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658B38B1-C43F-48AB-9108-698D5A0E1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04887"/>
            <a:ext cx="6705600" cy="484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0228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0112E1-263F-4C33-BBDC-1B70EF8B16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Utilizando o </a:t>
            </a:r>
            <a:r>
              <a:rPr lang="pt-BR" dirty="0" err="1"/>
              <a:t>rowspan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ED29CE-3152-47C3-850E-0F8E151DA4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3207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05AED5ED-865B-4897-97D5-A0EA00CAD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2066" y="581553"/>
            <a:ext cx="6705600" cy="4848225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E0E37CF1-B255-4D14-AB9A-05492C6AD163}"/>
              </a:ext>
            </a:extLst>
          </p:cNvPr>
          <p:cNvSpPr/>
          <p:nvPr/>
        </p:nvSpPr>
        <p:spPr>
          <a:xfrm>
            <a:off x="5274733" y="3200399"/>
            <a:ext cx="1016000" cy="601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D5E9D2C2-8D83-4A3C-A4CB-4BA95C3A9F0A}"/>
              </a:ext>
            </a:extLst>
          </p:cNvPr>
          <p:cNvSpPr/>
          <p:nvPr/>
        </p:nvSpPr>
        <p:spPr>
          <a:xfrm>
            <a:off x="508001" y="2518833"/>
            <a:ext cx="2980266" cy="1964266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u="sng" dirty="0">
                <a:solidFill>
                  <a:schemeClr val="tx1"/>
                </a:solidFill>
                <a:highlight>
                  <a:srgbClr val="FFFF00"/>
                </a:highlight>
              </a:rPr>
              <a:t>Objetivo</a:t>
            </a:r>
            <a:r>
              <a:rPr lang="pt-BR" sz="2400" dirty="0">
                <a:solidFill>
                  <a:schemeClr val="tx1"/>
                </a:solidFill>
                <a:highlight>
                  <a:srgbClr val="FFFF00"/>
                </a:highlight>
              </a:rPr>
              <a:t>: mesclar estas duas células verticalmente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0DE96557-2BAF-46DF-BEC2-7FD878913ADA}"/>
              </a:ext>
            </a:extLst>
          </p:cNvPr>
          <p:cNvCxnSpPr>
            <a:stCxn id="4" idx="6"/>
            <a:endCxn id="3" idx="1"/>
          </p:cNvCxnSpPr>
          <p:nvPr/>
        </p:nvCxnSpPr>
        <p:spPr>
          <a:xfrm>
            <a:off x="3488267" y="3500966"/>
            <a:ext cx="1786466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60844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21D6B3F-8805-41E5-87F4-8CD5CBB346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75" y="791383"/>
            <a:ext cx="4063338" cy="468655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11F7B35A-B92E-4718-A9FB-F7A2586CA6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1733" y="3429000"/>
            <a:ext cx="6204792" cy="3003172"/>
          </a:xfrm>
          <a:prstGeom prst="rect">
            <a:avLst/>
          </a:prstGeom>
        </p:spPr>
      </p:pic>
      <p:sp>
        <p:nvSpPr>
          <p:cNvPr id="6" name="Seta: Dobrada para Cima 5">
            <a:extLst>
              <a:ext uri="{FF2B5EF4-FFF2-40B4-BE49-F238E27FC236}">
                <a16:creationId xmlns:a16="http://schemas.microsoft.com/office/drawing/2014/main" id="{3DBEB01C-FC64-44C2-ABEF-2F0F3F11A210}"/>
              </a:ext>
            </a:extLst>
          </p:cNvPr>
          <p:cNvSpPr/>
          <p:nvPr/>
        </p:nvSpPr>
        <p:spPr>
          <a:xfrm flipV="1">
            <a:off x="1604254" y="2622421"/>
            <a:ext cx="6574545" cy="1847977"/>
          </a:xfrm>
          <a:prstGeom prst="bentUpArrow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EBB0A592-7CB0-4079-A587-E9162FE6E475}"/>
              </a:ext>
            </a:extLst>
          </p:cNvPr>
          <p:cNvSpPr/>
          <p:nvPr/>
        </p:nvSpPr>
        <p:spPr>
          <a:xfrm>
            <a:off x="5638799" y="4356099"/>
            <a:ext cx="651933" cy="618066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10" name="Seta: para a Direita 9">
            <a:extLst>
              <a:ext uri="{FF2B5EF4-FFF2-40B4-BE49-F238E27FC236}">
                <a16:creationId xmlns:a16="http://schemas.microsoft.com/office/drawing/2014/main" id="{2BD0362C-6B69-426D-9DB7-CD024EB7730F}"/>
              </a:ext>
            </a:extLst>
          </p:cNvPr>
          <p:cNvSpPr/>
          <p:nvPr/>
        </p:nvSpPr>
        <p:spPr>
          <a:xfrm flipH="1">
            <a:off x="10942326" y="4356099"/>
            <a:ext cx="651933" cy="618066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3103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309857C3-6CDC-42F8-A5AF-8D7D8CB5F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6266" y="1004887"/>
            <a:ext cx="6705600" cy="4848225"/>
          </a:xfrm>
          <a:prstGeom prst="rect">
            <a:avLst/>
          </a:prstGeom>
        </p:spPr>
      </p:pic>
      <p:sp>
        <p:nvSpPr>
          <p:cNvPr id="3" name="Elipse 2">
            <a:extLst>
              <a:ext uri="{FF2B5EF4-FFF2-40B4-BE49-F238E27FC236}">
                <a16:creationId xmlns:a16="http://schemas.microsoft.com/office/drawing/2014/main" id="{EF04B3B3-9734-41CA-8A81-E5C734688FE9}"/>
              </a:ext>
            </a:extLst>
          </p:cNvPr>
          <p:cNvSpPr/>
          <p:nvPr/>
        </p:nvSpPr>
        <p:spPr>
          <a:xfrm>
            <a:off x="237066" y="3026833"/>
            <a:ext cx="2980266" cy="1964266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u="sng" dirty="0">
                <a:solidFill>
                  <a:schemeClr val="tx1"/>
                </a:solidFill>
                <a:highlight>
                  <a:srgbClr val="FFFF00"/>
                </a:highlight>
              </a:rPr>
              <a:t>Objetivo</a:t>
            </a:r>
            <a:r>
              <a:rPr lang="pt-BR" sz="2400" dirty="0">
                <a:solidFill>
                  <a:schemeClr val="tx1"/>
                </a:solidFill>
                <a:highlight>
                  <a:srgbClr val="FFFF00"/>
                </a:highlight>
              </a:rPr>
              <a:t>: mesclar estas duas células verticalmente</a:t>
            </a: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6371C75D-CC9A-4FF9-9A1C-476BB64203D9}"/>
              </a:ext>
            </a:extLst>
          </p:cNvPr>
          <p:cNvCxnSpPr>
            <a:cxnSpLocks/>
            <a:stCxn id="3" idx="6"/>
            <a:endCxn id="6" idx="1"/>
          </p:cNvCxnSpPr>
          <p:nvPr/>
        </p:nvCxnSpPr>
        <p:spPr>
          <a:xfrm flipV="1">
            <a:off x="3217332" y="3945467"/>
            <a:ext cx="1329268" cy="6349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tângulo 5">
            <a:extLst>
              <a:ext uri="{FF2B5EF4-FFF2-40B4-BE49-F238E27FC236}">
                <a16:creationId xmlns:a16="http://schemas.microsoft.com/office/drawing/2014/main" id="{5BF1340B-6253-4C3B-ADB3-6CE66B6EC203}"/>
              </a:ext>
            </a:extLst>
          </p:cNvPr>
          <p:cNvSpPr/>
          <p:nvPr/>
        </p:nvSpPr>
        <p:spPr>
          <a:xfrm>
            <a:off x="4546600" y="3606800"/>
            <a:ext cx="1092200" cy="6773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67158E25-BC62-47AB-8040-FEEAB9F55678}"/>
              </a:ext>
            </a:extLst>
          </p:cNvPr>
          <p:cNvCxnSpPr/>
          <p:nvPr/>
        </p:nvCxnSpPr>
        <p:spPr>
          <a:xfrm flipH="1">
            <a:off x="7526866" y="3818467"/>
            <a:ext cx="1007534" cy="19049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86F70D00-EACA-41A5-9994-1749BC36023C}"/>
              </a:ext>
            </a:extLst>
          </p:cNvPr>
          <p:cNvSpPr/>
          <p:nvPr/>
        </p:nvSpPr>
        <p:spPr>
          <a:xfrm>
            <a:off x="8415867" y="3429000"/>
            <a:ext cx="2285999" cy="136313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>
                <a:solidFill>
                  <a:schemeClr val="tx1"/>
                </a:solidFill>
              </a:rPr>
              <a:t>Efeito Colateral</a:t>
            </a:r>
          </a:p>
          <a:p>
            <a:pPr algn="ctr"/>
            <a:r>
              <a:rPr lang="pt-BR" sz="2000" dirty="0">
                <a:solidFill>
                  <a:schemeClr val="tx1"/>
                </a:solidFill>
              </a:rPr>
              <a:t>Na 3ª linha há uma coluna a mais sobrando</a:t>
            </a:r>
          </a:p>
        </p:txBody>
      </p:sp>
    </p:spTree>
    <p:extLst>
      <p:ext uri="{BB962C8B-B14F-4D97-AF65-F5344CB8AC3E}">
        <p14:creationId xmlns:p14="http://schemas.microsoft.com/office/powerpoint/2010/main" val="1647532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ADEF95A6-73AC-4B04-99E7-1A8094B7B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865" y="475838"/>
            <a:ext cx="4258269" cy="5906324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682AC1D4-CEFD-4A39-8499-166B07455FB1}"/>
              </a:ext>
            </a:extLst>
          </p:cNvPr>
          <p:cNvCxnSpPr/>
          <p:nvPr/>
        </p:nvCxnSpPr>
        <p:spPr>
          <a:xfrm flipH="1">
            <a:off x="3344333" y="4123267"/>
            <a:ext cx="3175000" cy="2370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ângulo 4">
            <a:extLst>
              <a:ext uri="{FF2B5EF4-FFF2-40B4-BE49-F238E27FC236}">
                <a16:creationId xmlns:a16="http://schemas.microsoft.com/office/drawing/2014/main" id="{F8DEBD69-E9A3-4AC6-A0D4-F6FDE10F83EF}"/>
              </a:ext>
            </a:extLst>
          </p:cNvPr>
          <p:cNvSpPr/>
          <p:nvPr/>
        </p:nvSpPr>
        <p:spPr>
          <a:xfrm>
            <a:off x="2015067" y="4182533"/>
            <a:ext cx="1549400" cy="347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9E9B35C6-C890-4F54-B5AB-0C4BE51D9712}"/>
              </a:ext>
            </a:extLst>
          </p:cNvPr>
          <p:cNvSpPr/>
          <p:nvPr/>
        </p:nvSpPr>
        <p:spPr>
          <a:xfrm>
            <a:off x="6392333" y="3606800"/>
            <a:ext cx="1794934" cy="1371600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>
                <a:solidFill>
                  <a:schemeClr val="tx1"/>
                </a:solidFill>
              </a:rPr>
              <a:t>Excluir o par &lt;</a:t>
            </a:r>
            <a:r>
              <a:rPr lang="pt-BR" sz="2000" dirty="0" err="1">
                <a:solidFill>
                  <a:schemeClr val="tx1"/>
                </a:solidFill>
              </a:rPr>
              <a:t>td</a:t>
            </a:r>
            <a:r>
              <a:rPr lang="pt-BR" sz="2000" dirty="0">
                <a:solidFill>
                  <a:schemeClr val="tx1"/>
                </a:solidFill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1817057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3E92C05B-5024-4F3B-8DBD-FAADE3B552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623" y="590154"/>
            <a:ext cx="11126753" cy="5677692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D9568A33-6AC0-4BF3-A329-BC662D6CD621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3488267" y="4318002"/>
            <a:ext cx="1380066" cy="35559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ângulo 4">
            <a:extLst>
              <a:ext uri="{FF2B5EF4-FFF2-40B4-BE49-F238E27FC236}">
                <a16:creationId xmlns:a16="http://schemas.microsoft.com/office/drawing/2014/main" id="{DFE55E52-2432-4849-BE14-72AB5240C34A}"/>
              </a:ext>
            </a:extLst>
          </p:cNvPr>
          <p:cNvSpPr/>
          <p:nvPr/>
        </p:nvSpPr>
        <p:spPr>
          <a:xfrm>
            <a:off x="1236133" y="4191000"/>
            <a:ext cx="2252134" cy="965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2B5B20A2-604B-4A9C-8993-4F6F4E3557EE}"/>
              </a:ext>
            </a:extLst>
          </p:cNvPr>
          <p:cNvSpPr/>
          <p:nvPr/>
        </p:nvSpPr>
        <p:spPr>
          <a:xfrm>
            <a:off x="2413000" y="5473698"/>
            <a:ext cx="2116666" cy="1103181"/>
          </a:xfrm>
          <a:prstGeom prst="roundRect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>
                <a:solidFill>
                  <a:schemeClr val="tx1"/>
                </a:solidFill>
              </a:rPr>
              <a:t>Estes 3 &lt;</a:t>
            </a:r>
            <a:r>
              <a:rPr lang="pt-BR" sz="2000" dirty="0" err="1">
                <a:solidFill>
                  <a:schemeClr val="tx1"/>
                </a:solidFill>
              </a:rPr>
              <a:t>td</a:t>
            </a:r>
            <a:r>
              <a:rPr lang="pt-BR" sz="2000" dirty="0">
                <a:solidFill>
                  <a:schemeClr val="tx1"/>
                </a:solidFill>
              </a:rPr>
              <a:t>&gt; são referente a 3ª linha</a:t>
            </a:r>
          </a:p>
        </p:txBody>
      </p:sp>
    </p:spTree>
    <p:extLst>
      <p:ext uri="{BB962C8B-B14F-4D97-AF65-F5344CB8AC3E}">
        <p14:creationId xmlns:p14="http://schemas.microsoft.com/office/powerpoint/2010/main" val="2304891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35F08DD-43EC-4158-A9BB-A694DF673E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570" y="485364"/>
            <a:ext cx="11888859" cy="5887272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D05749E4-10FE-47E1-BF8A-FCC34040D0A0}"/>
              </a:ext>
            </a:extLst>
          </p:cNvPr>
          <p:cNvSpPr/>
          <p:nvPr/>
        </p:nvSpPr>
        <p:spPr>
          <a:xfrm>
            <a:off x="1083733" y="2489200"/>
            <a:ext cx="3488267" cy="609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C2CFC6CD-E835-4896-A825-9D6102FB8E1E}"/>
              </a:ext>
            </a:extLst>
          </p:cNvPr>
          <p:cNvCxnSpPr/>
          <p:nvPr/>
        </p:nvCxnSpPr>
        <p:spPr>
          <a:xfrm>
            <a:off x="4572000" y="2650067"/>
            <a:ext cx="558800" cy="77893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tângulo 6">
            <a:extLst>
              <a:ext uri="{FF2B5EF4-FFF2-40B4-BE49-F238E27FC236}">
                <a16:creationId xmlns:a16="http://schemas.microsoft.com/office/drawing/2014/main" id="{18E12C7A-F25C-4A2F-AA23-BE66E9918E2D}"/>
              </a:ext>
            </a:extLst>
          </p:cNvPr>
          <p:cNvSpPr/>
          <p:nvPr/>
        </p:nvSpPr>
        <p:spPr>
          <a:xfrm>
            <a:off x="1159933" y="4343400"/>
            <a:ext cx="2523067" cy="6180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1BADC14E-3186-45AA-BA9E-9C37F84507B5}"/>
              </a:ext>
            </a:extLst>
          </p:cNvPr>
          <p:cNvCxnSpPr/>
          <p:nvPr/>
        </p:nvCxnSpPr>
        <p:spPr>
          <a:xfrm flipV="1">
            <a:off x="3826933" y="3996267"/>
            <a:ext cx="2836334" cy="75076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25483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C47B6A2-C6C4-4B33-8898-2EE2ADDE24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623" y="618733"/>
            <a:ext cx="11488753" cy="5620534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624876AC-19CA-4A70-A35A-B0C2227AD82A}"/>
              </a:ext>
            </a:extLst>
          </p:cNvPr>
          <p:cNvSpPr/>
          <p:nvPr/>
        </p:nvSpPr>
        <p:spPr>
          <a:xfrm>
            <a:off x="931333" y="3158067"/>
            <a:ext cx="2726267" cy="965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5" name="Seta: para a Direita 4">
            <a:extLst>
              <a:ext uri="{FF2B5EF4-FFF2-40B4-BE49-F238E27FC236}">
                <a16:creationId xmlns:a16="http://schemas.microsoft.com/office/drawing/2014/main" id="{DE6AEDFB-FA38-4560-8AB1-78DB2850A198}"/>
              </a:ext>
            </a:extLst>
          </p:cNvPr>
          <p:cNvSpPr/>
          <p:nvPr/>
        </p:nvSpPr>
        <p:spPr>
          <a:xfrm>
            <a:off x="101599" y="3293533"/>
            <a:ext cx="728134" cy="575734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29080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70470D80-DFBC-40E0-83B1-371FA4C6A1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81" y="642548"/>
            <a:ext cx="11736438" cy="5572903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3621026D-7F99-45D4-B221-107ED3DF388C}"/>
              </a:ext>
            </a:extLst>
          </p:cNvPr>
          <p:cNvSpPr/>
          <p:nvPr/>
        </p:nvSpPr>
        <p:spPr>
          <a:xfrm>
            <a:off x="1066800" y="4893733"/>
            <a:ext cx="2455333" cy="939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9DB113B1-CC01-4000-A38F-4A5560974940}"/>
              </a:ext>
            </a:extLst>
          </p:cNvPr>
          <p:cNvCxnSpPr/>
          <p:nvPr/>
        </p:nvCxnSpPr>
        <p:spPr>
          <a:xfrm flipV="1">
            <a:off x="3522133" y="4639733"/>
            <a:ext cx="1464734" cy="7450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E9883753-D3CE-482C-9B66-2807060F55A1}"/>
              </a:ext>
            </a:extLst>
          </p:cNvPr>
          <p:cNvCxnSpPr/>
          <p:nvPr/>
        </p:nvCxnSpPr>
        <p:spPr>
          <a:xfrm>
            <a:off x="4986867" y="4639733"/>
            <a:ext cx="3505200" cy="0"/>
          </a:xfrm>
          <a:prstGeom prst="line">
            <a:avLst/>
          </a:prstGeom>
          <a:ln w="381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0962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7AF021E4-CE24-439C-9610-332359E1D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81" y="642548"/>
            <a:ext cx="11736438" cy="5572903"/>
          </a:xfrm>
          <a:prstGeom prst="rect">
            <a:avLst/>
          </a:prstGeom>
        </p:spPr>
      </p:pic>
      <p:sp>
        <p:nvSpPr>
          <p:cNvPr id="3" name="Seta: para a Direita 2">
            <a:extLst>
              <a:ext uri="{FF2B5EF4-FFF2-40B4-BE49-F238E27FC236}">
                <a16:creationId xmlns:a16="http://schemas.microsoft.com/office/drawing/2014/main" id="{4FCD26FE-E193-49CB-9A18-D0053D910F33}"/>
              </a:ext>
            </a:extLst>
          </p:cNvPr>
          <p:cNvSpPr/>
          <p:nvPr/>
        </p:nvSpPr>
        <p:spPr>
          <a:xfrm>
            <a:off x="93134" y="4986867"/>
            <a:ext cx="931333" cy="668866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>
                <a:solidFill>
                  <a:schemeClr val="tx1"/>
                </a:solidFill>
              </a:rPr>
              <a:t>excluir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5CAB087-8502-4F01-B89D-5F055372105D}"/>
              </a:ext>
            </a:extLst>
          </p:cNvPr>
          <p:cNvSpPr/>
          <p:nvPr/>
        </p:nvSpPr>
        <p:spPr>
          <a:xfrm>
            <a:off x="1109133" y="5164667"/>
            <a:ext cx="1388534" cy="330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19823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6D8C50C5-C965-4278-AC74-D585E123A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76" y="494890"/>
            <a:ext cx="11631648" cy="5868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0471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A22D08C1-B1C4-4CA6-84AE-480B5CD395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65" y="671127"/>
            <a:ext cx="11422069" cy="5515745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4637BFB5-3446-4007-9CBA-40003024AB1A}"/>
              </a:ext>
            </a:extLst>
          </p:cNvPr>
          <p:cNvSpPr/>
          <p:nvPr/>
        </p:nvSpPr>
        <p:spPr>
          <a:xfrm>
            <a:off x="990600" y="2954867"/>
            <a:ext cx="2150533" cy="3386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1FE43C76-D924-48E0-B2CD-9FCD0ABBCDC2}"/>
              </a:ext>
            </a:extLst>
          </p:cNvPr>
          <p:cNvCxnSpPr/>
          <p:nvPr/>
        </p:nvCxnSpPr>
        <p:spPr>
          <a:xfrm flipH="1">
            <a:off x="3141133" y="1930400"/>
            <a:ext cx="838200" cy="863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Elipse 5">
            <a:extLst>
              <a:ext uri="{FF2B5EF4-FFF2-40B4-BE49-F238E27FC236}">
                <a16:creationId xmlns:a16="http://schemas.microsoft.com/office/drawing/2014/main" id="{B3C27D48-7AC3-4235-877A-C1C0E5FF06A0}"/>
              </a:ext>
            </a:extLst>
          </p:cNvPr>
          <p:cNvSpPr/>
          <p:nvPr/>
        </p:nvSpPr>
        <p:spPr>
          <a:xfrm>
            <a:off x="3826933" y="1515533"/>
            <a:ext cx="1617134" cy="1032934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>
                <a:solidFill>
                  <a:schemeClr val="tx1"/>
                </a:solidFill>
              </a:rPr>
              <a:t>Insira um </a:t>
            </a:r>
            <a:r>
              <a:rPr lang="pt-BR" sz="2000" u="sng" dirty="0" err="1">
                <a:solidFill>
                  <a:schemeClr val="tx1"/>
                </a:solidFill>
              </a:rPr>
              <a:t>rowspan</a:t>
            </a:r>
            <a:endParaRPr lang="pt-BR" sz="2000" u="sng" dirty="0">
              <a:solidFill>
                <a:schemeClr val="tx1"/>
              </a:solidFill>
            </a:endParaRPr>
          </a:p>
        </p:txBody>
      </p: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68788E1A-8C3D-42C9-AE3E-283983159FB9}"/>
              </a:ext>
            </a:extLst>
          </p:cNvPr>
          <p:cNvCxnSpPr>
            <a:stCxn id="6" idx="5"/>
          </p:cNvCxnSpPr>
          <p:nvPr/>
        </p:nvCxnSpPr>
        <p:spPr>
          <a:xfrm>
            <a:off x="5207243" y="2397197"/>
            <a:ext cx="1371357" cy="166680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28392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58CB55-B402-42E6-956A-96883371E5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Preenchendo a 5ª aula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0C5FB5-EBBA-4464-BED8-BAA1D0F184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18376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26CDE9EE-2AF3-41ED-86FB-B811B89EE8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49" y="637785"/>
            <a:ext cx="11469701" cy="5582429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76E993C2-B53D-4BB1-B159-0C52E42F6213}"/>
              </a:ext>
            </a:extLst>
          </p:cNvPr>
          <p:cNvSpPr/>
          <p:nvPr/>
        </p:nvSpPr>
        <p:spPr>
          <a:xfrm>
            <a:off x="1134533" y="4241800"/>
            <a:ext cx="2192867" cy="9313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97AF7078-DE66-4F8F-9C7C-2AB082695931}"/>
              </a:ext>
            </a:extLst>
          </p:cNvPr>
          <p:cNvCxnSpPr/>
          <p:nvPr/>
        </p:nvCxnSpPr>
        <p:spPr>
          <a:xfrm>
            <a:off x="3327400" y="4707467"/>
            <a:ext cx="1693333" cy="9313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76145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58CB55-B402-42E6-956A-96883371E5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Preenchendo a 6ª aula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0C5FB5-EBBA-4464-BED8-BAA1D0F184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61295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5D9E50D0-91E8-45D6-848F-0A63BBACF4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49" y="742575"/>
            <a:ext cx="11469701" cy="5372850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3F398499-7B74-40AC-A265-75E2C4319511}"/>
              </a:ext>
            </a:extLst>
          </p:cNvPr>
          <p:cNvSpPr/>
          <p:nvPr/>
        </p:nvSpPr>
        <p:spPr>
          <a:xfrm>
            <a:off x="1092200" y="3683000"/>
            <a:ext cx="2760133" cy="889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30636D1E-82C2-4ECA-AE0B-2374AC0FC397}"/>
              </a:ext>
            </a:extLst>
          </p:cNvPr>
          <p:cNvCxnSpPr>
            <a:stCxn id="3" idx="3"/>
          </p:cNvCxnSpPr>
          <p:nvPr/>
        </p:nvCxnSpPr>
        <p:spPr>
          <a:xfrm>
            <a:off x="3852333" y="4127500"/>
            <a:ext cx="1159934" cy="69003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03467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21A638-D36A-4332-A934-74D40C968E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Mesclando a 5ª e 6ª aula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0DBD50E-78B3-4846-AB48-0BE70D9BCA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55869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E77A6E80-5E58-44E6-A3FF-5A4BCF138E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76" y="699706"/>
            <a:ext cx="11631648" cy="545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2194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8A95DDFA-8179-4A06-801C-BF9F6510A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942" y="165790"/>
            <a:ext cx="6705600" cy="484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9886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9A4EC703-09C3-4847-A395-9FF80CAB20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423" y="202505"/>
            <a:ext cx="8925154" cy="6452988"/>
          </a:xfrm>
          <a:prstGeom prst="rect">
            <a:avLst/>
          </a:prstGeom>
        </p:spPr>
      </p:pic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ABA3E6C6-D9C8-4B7A-B538-A45295A50283}"/>
              </a:ext>
            </a:extLst>
          </p:cNvPr>
          <p:cNvCxnSpPr>
            <a:cxnSpLocks/>
            <a:stCxn id="7" idx="5"/>
          </p:cNvCxnSpPr>
          <p:nvPr/>
        </p:nvCxnSpPr>
        <p:spPr>
          <a:xfrm>
            <a:off x="1319626" y="2633273"/>
            <a:ext cx="475307" cy="18612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lipse 6">
            <a:extLst>
              <a:ext uri="{FF2B5EF4-FFF2-40B4-BE49-F238E27FC236}">
                <a16:creationId xmlns:a16="http://schemas.microsoft.com/office/drawing/2014/main" id="{A3AE8F98-93F9-446C-9C20-49A0B48E1114}"/>
              </a:ext>
            </a:extLst>
          </p:cNvPr>
          <p:cNvSpPr/>
          <p:nvPr/>
        </p:nvSpPr>
        <p:spPr>
          <a:xfrm>
            <a:off x="177799" y="2091267"/>
            <a:ext cx="1337733" cy="635000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 err="1">
                <a:solidFill>
                  <a:schemeClr val="tx1"/>
                </a:solidFill>
              </a:rPr>
              <a:t>rowspan</a:t>
            </a:r>
            <a:r>
              <a:rPr lang="pt-BR" sz="1200" dirty="0">
                <a:solidFill>
                  <a:schemeClr val="tx1"/>
                </a:solidFill>
              </a:rPr>
              <a:t>=2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26491737-E1A0-4F63-AFEB-9C121812D8B6}"/>
              </a:ext>
            </a:extLst>
          </p:cNvPr>
          <p:cNvSpPr/>
          <p:nvPr/>
        </p:nvSpPr>
        <p:spPr>
          <a:xfrm>
            <a:off x="218957" y="4462769"/>
            <a:ext cx="1337733" cy="635000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 err="1">
                <a:solidFill>
                  <a:schemeClr val="tx1"/>
                </a:solidFill>
              </a:rPr>
              <a:t>rowspan</a:t>
            </a:r>
            <a:r>
              <a:rPr lang="pt-BR" sz="1200" dirty="0">
                <a:solidFill>
                  <a:schemeClr val="tx1"/>
                </a:solidFill>
              </a:rPr>
              <a:t>=3</a:t>
            </a:r>
          </a:p>
        </p:txBody>
      </p: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075A81F5-C55E-4A4D-9B8E-DB512E49746F}"/>
              </a:ext>
            </a:extLst>
          </p:cNvPr>
          <p:cNvCxnSpPr>
            <a:cxnSpLocks/>
            <a:stCxn id="9" idx="7"/>
          </p:cNvCxnSpPr>
          <p:nvPr/>
        </p:nvCxnSpPr>
        <p:spPr>
          <a:xfrm flipV="1">
            <a:off x="1360784" y="4174067"/>
            <a:ext cx="603483" cy="38169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lipse 12">
            <a:extLst>
              <a:ext uri="{FF2B5EF4-FFF2-40B4-BE49-F238E27FC236}">
                <a16:creationId xmlns:a16="http://schemas.microsoft.com/office/drawing/2014/main" id="{F8FE6071-FAFC-4195-ADF1-7C28B908F605}"/>
              </a:ext>
            </a:extLst>
          </p:cNvPr>
          <p:cNvSpPr/>
          <p:nvPr/>
        </p:nvSpPr>
        <p:spPr>
          <a:xfrm>
            <a:off x="6544732" y="2501900"/>
            <a:ext cx="1337733" cy="635000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 err="1">
                <a:solidFill>
                  <a:schemeClr val="tx1"/>
                </a:solidFill>
              </a:rPr>
              <a:t>colspan</a:t>
            </a:r>
            <a:r>
              <a:rPr lang="pt-BR" sz="1200" dirty="0">
                <a:solidFill>
                  <a:schemeClr val="tx1"/>
                </a:solidFill>
              </a:rPr>
              <a:t>=3</a:t>
            </a:r>
          </a:p>
        </p:txBody>
      </p: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819B0A70-7CB4-42AD-9E94-809E1BC96FAB}"/>
              </a:ext>
            </a:extLst>
          </p:cNvPr>
          <p:cNvCxnSpPr/>
          <p:nvPr/>
        </p:nvCxnSpPr>
        <p:spPr>
          <a:xfrm flipH="1">
            <a:off x="5228487" y="2819400"/>
            <a:ext cx="1290846" cy="6773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705402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rgbClr val="FF0000"/>
          </a:solidFill>
        </a:ln>
      </a:spPr>
      <a:bodyPr rtlCol="0" anchor="ctr"/>
      <a:lstStyle>
        <a:defPPr algn="ctr">
          <a:defRPr sz="20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rgbClr val="FF0000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</TotalTime>
  <Words>105</Words>
  <Application>Microsoft Office PowerPoint</Application>
  <PresentationFormat>Widescreen</PresentationFormat>
  <Paragraphs>25</Paragraphs>
  <Slides>38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38</vt:i4>
      </vt:variant>
    </vt:vector>
  </HeadingPairs>
  <TitlesOfParts>
    <vt:vector size="42" baseType="lpstr">
      <vt:lpstr>Arial</vt:lpstr>
      <vt:lpstr>Calibri</vt:lpstr>
      <vt:lpstr>Calibri Light</vt:lpstr>
      <vt:lpstr>Tema do Office</vt:lpstr>
      <vt:lpstr>Exemplo4.html</vt:lpstr>
      <vt:lpstr>Objetivos da Aula</vt:lpstr>
      <vt:lpstr>Apresentação do PowerPoint</vt:lpstr>
      <vt:lpstr>Apresentação do PowerPoint</vt:lpstr>
      <vt:lpstr>Apresentação do PowerPoint</vt:lpstr>
      <vt:lpstr>Adicionando o estilo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Utilizando o rowspan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Preenchendo a 5ª aula</vt:lpstr>
      <vt:lpstr>Apresentação do PowerPoint</vt:lpstr>
      <vt:lpstr>Preenchendo a 6ª aula</vt:lpstr>
      <vt:lpstr>Apresentação do PowerPoint</vt:lpstr>
      <vt:lpstr>Mesclando a 5ª e 6ª aula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Lab 01</dc:creator>
  <cp:lastModifiedBy>Lab 01</cp:lastModifiedBy>
  <cp:revision>24</cp:revision>
  <dcterms:created xsi:type="dcterms:W3CDTF">2026-07-30T13:23:20Z</dcterms:created>
  <dcterms:modified xsi:type="dcterms:W3CDTF">2026-08-07T15:18:00Z</dcterms:modified>
</cp:coreProperties>
</file>