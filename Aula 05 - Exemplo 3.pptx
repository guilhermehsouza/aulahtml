
<file path=[Content_Types].xml><?xml version="1.0" encoding="utf-8"?>
<Types xmlns="http://schemas.openxmlformats.org/package/2006/content-types">
  <Default Extension="tmp" ContentType="image/png"/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3" r:id="rId2"/>
    <p:sldId id="294" r:id="rId3"/>
    <p:sldId id="295" r:id="rId4"/>
    <p:sldId id="296" r:id="rId5"/>
    <p:sldId id="256" r:id="rId6"/>
    <p:sldId id="257" r:id="rId7"/>
    <p:sldId id="258" r:id="rId8"/>
    <p:sldId id="259" r:id="rId9"/>
    <p:sldId id="260" r:id="rId10"/>
    <p:sldId id="261" r:id="rId11"/>
    <p:sldId id="262" r:id="rId12"/>
    <p:sldId id="291" r:id="rId13"/>
    <p:sldId id="263" r:id="rId14"/>
    <p:sldId id="292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9" d="100"/>
          <a:sy n="89" d="100"/>
        </p:scale>
        <p:origin x="57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B8FC5A-B1C6-435A-9064-30B8555A3C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68B98A5-9989-4E30-B939-972BC83216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6BB51ED-7713-43D0-9EB5-435A56166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31/07/2026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EC0FA9C-7BB7-4AB9-9575-D473B64FC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D8BE3DB-04B3-4C49-B433-4144ABE66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5797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7CFB45-893A-4DE3-9EC6-A4403B573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87CD6C-21B6-4028-AE42-EBE096218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7F8B32D-6EEF-4B1F-821F-5CD2A1D74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31/07/2026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B3457A4-085D-4FE8-B8A8-A665D3F06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D14B78A-AC20-4112-A9F4-B391B0DE6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9800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D142D3-DA5E-4E0C-B353-2A5E41304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F073B48-9E59-490C-A343-B07E7D5F4E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AFB2423-99E8-48BF-9002-1EE1F3193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31/07/2026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5120322-B1D4-43D9-A3CB-EC556F66E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BD377D0-E4E2-4321-A979-A01B8D7E1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9110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E6B4C6-1A45-4744-B519-A5D460C2F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2E5B0E-49D0-4C12-ABA9-9801CF722F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C84F6E1-09B7-4FE2-B369-680A1FCDE3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5B939B2-773F-4C92-8579-6CE229F67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31/07/2026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AD4DC1C-28E4-409C-9CD2-B45171449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256C8C9-9748-48CF-8FE2-0BFD40CEB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6551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45F8D7-366E-4520-94C3-91220A2D7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9FFD30E-1EC7-4EC4-ABAF-B95C283FAE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C67AC82-DB16-4FC2-9C18-DF5DF282E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DBEF6A6-C742-457F-AAED-F8EFF9B58B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43C6CAD-CC7D-45AA-B43C-BFD98C8DDB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48F6EFC-DEB5-46E4-9252-37AA31DCD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31/07/2026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2D90A90C-92FC-4D55-AF51-F71D158C8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02CD06DC-A59F-4F52-B3B5-374013181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3196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0F80E-BF5A-4363-BE5A-7DAD85E0D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1860A4A-B6E4-475F-AE76-1382BA169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31/07/2026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3774111-3E55-4546-BE45-A03E8B7D2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C3A5A55-BA52-4C41-A6AF-F914837CC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217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B7A996E-99C2-4EDF-8008-983D12CF0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31/07/2026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CFDF5D2D-741C-4C97-AF7D-7DA70925C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E4A821-D68E-446C-A6D0-B09BF82FE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634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5A2D27-C5AD-4832-B730-16A2BBB96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C2C23F-93F9-42B0-8024-4452BDEA1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9D29CB7-6B0C-4FD8-A7B6-8E2C58177D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318D27-F155-4AAB-8768-29B3EEB79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31/07/2026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6AC84E3-93EA-4EF9-9005-196CE4E84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AA23D0A-5B1E-44E1-97F6-12885188D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95954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49E04B-8BA1-48C2-8C0E-8FCFB5661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5F318A7-A690-4903-AE57-76988C4961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764615F-DB68-4CF9-BDB5-AE395BE3B2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628672E-388D-4A90-9386-0DD3364B4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31/07/2026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05A2B62-F605-434C-A6E6-F8569AF9F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F4955E4-600C-4597-8294-0FD1E9DAC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9832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AA81CE-3D8A-4982-9116-261407C62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1545418-6DE8-4485-9001-AA784913A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711F3AB-49D5-41ED-B1ED-98BFDF855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31/07/2026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81975B5-5008-494C-B345-8A2309CA9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1914CB5-50F3-4E22-B92A-C094DEF8F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7794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B39A283-E377-431E-A31B-A7D0C8C470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EBF88CD-880F-4004-B752-B1A8ACF451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E9F36A5-C54B-4A5E-91FB-F4282D1B1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31/07/2026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01FE9F0-0953-49F7-876F-49C17F320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0248799-A130-46F1-B76C-4D69974EA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8121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0C693D6-6C95-4FC4-8318-2859FD810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976FC6E-64AB-421E-8043-4775DF14CD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93250E1-CC29-4320-95BD-B01481819A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5F8590-0EAC-44F7-8DC6-3A1411D2B327}" type="datetimeFigureOut">
              <a:rPr lang="pt-BR" smtClean="0"/>
              <a:t>31/07/2026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7AA3B66-2F2D-482C-BF4C-1E3E3A3883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463AD95-3F62-4BB9-BA45-AF00CC576B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893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mp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mp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mp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mp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mp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mp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mp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tmp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tmp"/><Relationship Id="rId2" Type="http://schemas.openxmlformats.org/officeDocument/2006/relationships/image" Target="../media/image13.tmp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tmp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tmp"/><Relationship Id="rId2" Type="http://schemas.openxmlformats.org/officeDocument/2006/relationships/image" Target="../media/image18.tmp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tmp"/><Relationship Id="rId2" Type="http://schemas.openxmlformats.org/officeDocument/2006/relationships/image" Target="../media/image21.tmp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tmp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tmp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tmp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tmp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tmp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tmp"/><Relationship Id="rId2" Type="http://schemas.openxmlformats.org/officeDocument/2006/relationships/image" Target="../media/image30.tmp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tmp"/><Relationship Id="rId2" Type="http://schemas.openxmlformats.org/officeDocument/2006/relationships/image" Target="../media/image31.tmp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tmp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tmp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tmp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430315-065D-476E-A9E5-14253F32CE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Exemplo3.html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02E3CCF-3B32-4BD4-BDBD-D5C5C4DE6CF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9261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4D70AA7-18F6-4182-A3CE-9F2FB6A7AE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269" y="904618"/>
            <a:ext cx="10927462" cy="5048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297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8BB2ABD-7117-4752-87DF-6126A84EEF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488" y="639500"/>
            <a:ext cx="8229024" cy="557900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B536D16E-8941-4973-8F37-9022EA58552C}"/>
              </a:ext>
            </a:extLst>
          </p:cNvPr>
          <p:cNvSpPr/>
          <p:nvPr/>
        </p:nvSpPr>
        <p:spPr>
          <a:xfrm>
            <a:off x="3668358" y="4055633"/>
            <a:ext cx="2506531" cy="10865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1835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0B03687B-A014-4223-860C-B7B4957B7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1542" y="411267"/>
            <a:ext cx="6808915" cy="6035464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18FF59CC-3A3D-4EE0-AD00-211BDD7181DF}"/>
              </a:ext>
            </a:extLst>
          </p:cNvPr>
          <p:cNvSpPr/>
          <p:nvPr/>
        </p:nvSpPr>
        <p:spPr>
          <a:xfrm>
            <a:off x="4152452" y="3711388"/>
            <a:ext cx="1861073" cy="16244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Seta: para a Direita 4">
            <a:extLst>
              <a:ext uri="{FF2B5EF4-FFF2-40B4-BE49-F238E27FC236}">
                <a16:creationId xmlns:a16="http://schemas.microsoft.com/office/drawing/2014/main" id="{EF834891-2B41-4C04-B7E2-8A815B0B982F}"/>
              </a:ext>
            </a:extLst>
          </p:cNvPr>
          <p:cNvSpPr/>
          <p:nvPr/>
        </p:nvSpPr>
        <p:spPr>
          <a:xfrm>
            <a:off x="957431" y="3926540"/>
            <a:ext cx="3076687" cy="1269404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74076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D8983BCF-5B3E-4C14-8086-22D1C8AAB5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2104" y="0"/>
            <a:ext cx="5927792" cy="6858000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72404E74-9A78-46B6-8AE7-EA61E556E95E}"/>
              </a:ext>
            </a:extLst>
          </p:cNvPr>
          <p:cNvSpPr/>
          <p:nvPr/>
        </p:nvSpPr>
        <p:spPr>
          <a:xfrm>
            <a:off x="3479800" y="1109133"/>
            <a:ext cx="4428067" cy="20404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0022AC2F-EB36-4147-A622-371FB55C4DDB}"/>
              </a:ext>
            </a:extLst>
          </p:cNvPr>
          <p:cNvSpPr/>
          <p:nvPr/>
        </p:nvSpPr>
        <p:spPr>
          <a:xfrm>
            <a:off x="3479800" y="3318933"/>
            <a:ext cx="4428067" cy="20404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11" name="Seta: para a Direita 10">
            <a:extLst>
              <a:ext uri="{FF2B5EF4-FFF2-40B4-BE49-F238E27FC236}">
                <a16:creationId xmlns:a16="http://schemas.microsoft.com/office/drawing/2014/main" id="{E92C9069-8D35-4D31-826A-11222EAC567A}"/>
              </a:ext>
            </a:extLst>
          </p:cNvPr>
          <p:cNvSpPr/>
          <p:nvPr/>
        </p:nvSpPr>
        <p:spPr>
          <a:xfrm>
            <a:off x="258185" y="1342826"/>
            <a:ext cx="2873920" cy="1623882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Inserir esta regra CSS para formatar as tabelas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BA645492-2F85-4B62-8430-D00A6224F5DA}"/>
              </a:ext>
            </a:extLst>
          </p:cNvPr>
          <p:cNvSpPr/>
          <p:nvPr/>
        </p:nvSpPr>
        <p:spPr>
          <a:xfrm>
            <a:off x="258184" y="3417159"/>
            <a:ext cx="2873920" cy="1623882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Inserir esta regra CSS para formatar o &lt;h1&gt;</a:t>
            </a:r>
          </a:p>
        </p:txBody>
      </p:sp>
    </p:spTree>
    <p:extLst>
      <p:ext uri="{BB962C8B-B14F-4D97-AF65-F5344CB8AC3E}">
        <p14:creationId xmlns:p14="http://schemas.microsoft.com/office/powerpoint/2010/main" val="20997396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F6354D68-90D4-48BA-A6C7-11B99C3C32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863" y="543121"/>
            <a:ext cx="5974273" cy="5771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4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EC23805-0A1F-459C-9D7F-EA4E8B51E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5575" y="391233"/>
            <a:ext cx="9720850" cy="6075532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9E5F02F6-0CAF-4A66-B777-C5D4185B9CE1}"/>
              </a:ext>
            </a:extLst>
          </p:cNvPr>
          <p:cNvSpPr/>
          <p:nvPr/>
        </p:nvSpPr>
        <p:spPr>
          <a:xfrm>
            <a:off x="2201333" y="2760133"/>
            <a:ext cx="8094134" cy="1981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5" name="Seta: para a Direita 4">
            <a:extLst>
              <a:ext uri="{FF2B5EF4-FFF2-40B4-BE49-F238E27FC236}">
                <a16:creationId xmlns:a16="http://schemas.microsoft.com/office/drawing/2014/main" id="{5E9D2EDE-B8BA-4942-863C-7B4F4C1A8A97}"/>
              </a:ext>
            </a:extLst>
          </p:cNvPr>
          <p:cNvSpPr/>
          <p:nvPr/>
        </p:nvSpPr>
        <p:spPr>
          <a:xfrm>
            <a:off x="482600" y="3090333"/>
            <a:ext cx="1524000" cy="1270000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2" name="Seta: para a Direita 1">
            <a:extLst>
              <a:ext uri="{FF2B5EF4-FFF2-40B4-BE49-F238E27FC236}">
                <a16:creationId xmlns:a16="http://schemas.microsoft.com/office/drawing/2014/main" id="{0B8E21F7-1A99-4554-A23A-B5FA23DBEE9F}"/>
              </a:ext>
            </a:extLst>
          </p:cNvPr>
          <p:cNvSpPr/>
          <p:nvPr/>
        </p:nvSpPr>
        <p:spPr>
          <a:xfrm>
            <a:off x="9749775" y="5106515"/>
            <a:ext cx="2413299" cy="1360250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Vamos visualizar o resultado</a:t>
            </a:r>
          </a:p>
        </p:txBody>
      </p:sp>
    </p:spTree>
    <p:extLst>
      <p:ext uri="{BB962C8B-B14F-4D97-AF65-F5344CB8AC3E}">
        <p14:creationId xmlns:p14="http://schemas.microsoft.com/office/powerpoint/2010/main" val="3189368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D0F38C9-0E2A-4D81-993C-F866A0D203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112" y="990600"/>
            <a:ext cx="8867775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2691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18A0C9F-7511-4999-9021-8D3EE66024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9812" y="97738"/>
            <a:ext cx="6812374" cy="6662524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4D4088F3-6178-46B4-B30E-43CCF0558B8A}"/>
              </a:ext>
            </a:extLst>
          </p:cNvPr>
          <p:cNvSpPr/>
          <p:nvPr/>
        </p:nvSpPr>
        <p:spPr>
          <a:xfrm>
            <a:off x="3259667" y="2658533"/>
            <a:ext cx="3302000" cy="2870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5" name="Seta: para a Direita 4">
            <a:extLst>
              <a:ext uri="{FF2B5EF4-FFF2-40B4-BE49-F238E27FC236}">
                <a16:creationId xmlns:a16="http://schemas.microsoft.com/office/drawing/2014/main" id="{2EF3BE99-71D4-4BD9-B6B2-1B5903370ED2}"/>
              </a:ext>
            </a:extLst>
          </p:cNvPr>
          <p:cNvSpPr/>
          <p:nvPr/>
        </p:nvSpPr>
        <p:spPr>
          <a:xfrm>
            <a:off x="1397000" y="3429000"/>
            <a:ext cx="1557867" cy="1303867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49E599F0-76F9-45AD-89EC-D5BA565BDC46}"/>
              </a:ext>
            </a:extLst>
          </p:cNvPr>
          <p:cNvSpPr/>
          <p:nvPr/>
        </p:nvSpPr>
        <p:spPr>
          <a:xfrm>
            <a:off x="3996267" y="3513667"/>
            <a:ext cx="1024466" cy="1303866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7" name="Seta: para a Esquerda 6">
            <a:extLst>
              <a:ext uri="{FF2B5EF4-FFF2-40B4-BE49-F238E27FC236}">
                <a16:creationId xmlns:a16="http://schemas.microsoft.com/office/drawing/2014/main" id="{330E3DBC-F096-4076-A2C6-7E23EF70FAC4}"/>
              </a:ext>
            </a:extLst>
          </p:cNvPr>
          <p:cNvSpPr/>
          <p:nvPr/>
        </p:nvSpPr>
        <p:spPr>
          <a:xfrm>
            <a:off x="5198533" y="3725333"/>
            <a:ext cx="897467" cy="736600"/>
          </a:xfrm>
          <a:prstGeom prst="leftArrow">
            <a:avLst/>
          </a:prstGeom>
          <a:solidFill>
            <a:schemeClr val="accent6">
              <a:lumMod val="60000"/>
              <a:lumOff val="4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96263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40A6E9E-513F-416B-814B-6E28EEDE54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379" y="128127"/>
            <a:ext cx="10091241" cy="6601747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189823EE-9725-4A57-B50B-7109F4F2F6FB}"/>
              </a:ext>
            </a:extLst>
          </p:cNvPr>
          <p:cNvSpPr/>
          <p:nvPr/>
        </p:nvSpPr>
        <p:spPr>
          <a:xfrm>
            <a:off x="2692400" y="3158067"/>
            <a:ext cx="2633133" cy="15070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5" name="Seta: para a Direita 4">
            <a:extLst>
              <a:ext uri="{FF2B5EF4-FFF2-40B4-BE49-F238E27FC236}">
                <a16:creationId xmlns:a16="http://schemas.microsoft.com/office/drawing/2014/main" id="{8033E91F-AEAD-4E23-B77A-A02D0A922533}"/>
              </a:ext>
            </a:extLst>
          </p:cNvPr>
          <p:cNvSpPr/>
          <p:nvPr/>
        </p:nvSpPr>
        <p:spPr>
          <a:xfrm>
            <a:off x="1329267" y="3318933"/>
            <a:ext cx="1193800" cy="982134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4FEC145C-B362-4376-BD35-A77A6C348F17}"/>
              </a:ext>
            </a:extLst>
          </p:cNvPr>
          <p:cNvCxnSpPr/>
          <p:nvPr/>
        </p:nvCxnSpPr>
        <p:spPr>
          <a:xfrm flipH="1" flipV="1">
            <a:off x="7636676" y="4758267"/>
            <a:ext cx="101857" cy="711200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lipse 7">
            <a:extLst>
              <a:ext uri="{FF2B5EF4-FFF2-40B4-BE49-F238E27FC236}">
                <a16:creationId xmlns:a16="http://schemas.microsoft.com/office/drawing/2014/main" id="{203BBF35-A274-4DF1-9A40-3069B3E14F63}"/>
              </a:ext>
            </a:extLst>
          </p:cNvPr>
          <p:cNvSpPr/>
          <p:nvPr/>
        </p:nvSpPr>
        <p:spPr>
          <a:xfrm>
            <a:off x="6867736" y="5469467"/>
            <a:ext cx="1741593" cy="990600"/>
          </a:xfrm>
          <a:prstGeom prst="ellips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dirty="0"/>
              <a:t>Resultado</a:t>
            </a:r>
          </a:p>
        </p:txBody>
      </p:sp>
    </p:spTree>
    <p:extLst>
      <p:ext uri="{BB962C8B-B14F-4D97-AF65-F5344CB8AC3E}">
        <p14:creationId xmlns:p14="http://schemas.microsoft.com/office/powerpoint/2010/main" val="3160457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01E9F0F6-4C5B-4198-B6EC-9292C5CE0A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893" y="685607"/>
            <a:ext cx="11250215" cy="5486785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8154BCBE-E1EE-4559-BD93-29CB9BF9121E}"/>
              </a:ext>
            </a:extLst>
          </p:cNvPr>
          <p:cNvSpPr/>
          <p:nvPr/>
        </p:nvSpPr>
        <p:spPr>
          <a:xfrm>
            <a:off x="1532467" y="1820333"/>
            <a:ext cx="3843866" cy="23706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1CAE6A6-0AB7-4AFA-9BA9-9C1C2701CAC6}"/>
              </a:ext>
            </a:extLst>
          </p:cNvPr>
          <p:cNvSpPr/>
          <p:nvPr/>
        </p:nvSpPr>
        <p:spPr>
          <a:xfrm>
            <a:off x="2286000" y="2226733"/>
            <a:ext cx="2904067" cy="1524000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3519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C03970E-6B55-4304-B08A-0259397C57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421" y="60014"/>
            <a:ext cx="10133157" cy="6737973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30B41244-7C8C-4183-AFD9-63BCD5677BCC}"/>
              </a:ext>
            </a:extLst>
          </p:cNvPr>
          <p:cNvSpPr/>
          <p:nvPr/>
        </p:nvSpPr>
        <p:spPr>
          <a:xfrm>
            <a:off x="1998133" y="660400"/>
            <a:ext cx="3217334" cy="2209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3A90CF6-DE53-40C3-AE93-E154E93C2CC0}"/>
              </a:ext>
            </a:extLst>
          </p:cNvPr>
          <p:cNvSpPr/>
          <p:nvPr/>
        </p:nvSpPr>
        <p:spPr>
          <a:xfrm>
            <a:off x="1998133" y="3031067"/>
            <a:ext cx="3217334" cy="2209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663429A4-C321-4934-83EF-AD7BC1BAB8E3}"/>
              </a:ext>
            </a:extLst>
          </p:cNvPr>
          <p:cNvSpPr/>
          <p:nvPr/>
        </p:nvSpPr>
        <p:spPr>
          <a:xfrm>
            <a:off x="2760133" y="1007533"/>
            <a:ext cx="2319867" cy="1380067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7154FE27-5A4E-4817-83C1-BF7A3D252073}"/>
              </a:ext>
            </a:extLst>
          </p:cNvPr>
          <p:cNvSpPr/>
          <p:nvPr/>
        </p:nvSpPr>
        <p:spPr>
          <a:xfrm>
            <a:off x="2760132" y="3429000"/>
            <a:ext cx="2319867" cy="1380067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0C37E236-99D2-41DE-A242-4B7EE1DCBCE3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6307667" y="5342467"/>
            <a:ext cx="394812" cy="432937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Elipse 8">
            <a:extLst>
              <a:ext uri="{FF2B5EF4-FFF2-40B4-BE49-F238E27FC236}">
                <a16:creationId xmlns:a16="http://schemas.microsoft.com/office/drawing/2014/main" id="{F2500FE0-68C5-411D-AFC2-A9BEDE078550}"/>
              </a:ext>
            </a:extLst>
          </p:cNvPr>
          <p:cNvSpPr/>
          <p:nvPr/>
        </p:nvSpPr>
        <p:spPr>
          <a:xfrm>
            <a:off x="6447429" y="5630334"/>
            <a:ext cx="1741593" cy="990600"/>
          </a:xfrm>
          <a:prstGeom prst="ellips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dirty="0"/>
              <a:t>Resultado</a:t>
            </a:r>
          </a:p>
        </p:txBody>
      </p: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5425374E-1593-4355-B56E-AA5004BD2523}"/>
              </a:ext>
            </a:extLst>
          </p:cNvPr>
          <p:cNvCxnSpPr>
            <a:cxnSpLocks/>
          </p:cNvCxnSpPr>
          <p:nvPr/>
        </p:nvCxnSpPr>
        <p:spPr>
          <a:xfrm flipH="1" flipV="1">
            <a:off x="6510867" y="5024399"/>
            <a:ext cx="191612" cy="751005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93484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2B0E1C5E-1220-46CB-A461-B2D578181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225" y="990600"/>
            <a:ext cx="478155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2891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320889-A3EB-4A85-B1C7-C9DA050419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HTML </a:t>
            </a:r>
            <a:r>
              <a:rPr lang="pt-BR" dirty="0" err="1"/>
              <a:t>Table</a:t>
            </a:r>
            <a:r>
              <a:rPr lang="pt-BR" dirty="0"/>
              <a:t> - </a:t>
            </a:r>
            <a:r>
              <a:rPr lang="pt-BR" dirty="0" err="1"/>
              <a:t>Colspan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921187D-463F-4FAA-B2B4-34A89B820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83881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DA39D41-98A0-4ABD-A526-5BAB5C758D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044" y="927364"/>
            <a:ext cx="5169144" cy="5117836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3298D32E-A8C3-486B-B3EC-898626F743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5133" y="3946690"/>
            <a:ext cx="6256867" cy="624236"/>
          </a:xfrm>
          <a:prstGeom prst="rect">
            <a:avLst/>
          </a:prstGeom>
        </p:spPr>
      </p:pic>
      <p:sp>
        <p:nvSpPr>
          <p:cNvPr id="6" name="Seta: Dobrada para Cima 5">
            <a:extLst>
              <a:ext uri="{FF2B5EF4-FFF2-40B4-BE49-F238E27FC236}">
                <a16:creationId xmlns:a16="http://schemas.microsoft.com/office/drawing/2014/main" id="{94ADAA02-9E89-4DC5-8C52-475107355060}"/>
              </a:ext>
            </a:extLst>
          </p:cNvPr>
          <p:cNvSpPr/>
          <p:nvPr/>
        </p:nvSpPr>
        <p:spPr>
          <a:xfrm rot="10800000" flipH="1">
            <a:off x="1363133" y="2455332"/>
            <a:ext cx="6874934" cy="1398223"/>
          </a:xfrm>
          <a:prstGeom prst="bentUpArrow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6F16A848-2A6F-48C1-ACCC-C0C28269A983}"/>
              </a:ext>
            </a:extLst>
          </p:cNvPr>
          <p:cNvCxnSpPr/>
          <p:nvPr/>
        </p:nvCxnSpPr>
        <p:spPr>
          <a:xfrm flipH="1" flipV="1">
            <a:off x="8026400" y="4428067"/>
            <a:ext cx="127000" cy="8212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tângulo 8">
            <a:extLst>
              <a:ext uri="{FF2B5EF4-FFF2-40B4-BE49-F238E27FC236}">
                <a16:creationId xmlns:a16="http://schemas.microsoft.com/office/drawing/2014/main" id="{2281A1E4-7922-42C1-8DFF-A7DBEC98BCF0}"/>
              </a:ext>
            </a:extLst>
          </p:cNvPr>
          <p:cNvSpPr/>
          <p:nvPr/>
        </p:nvSpPr>
        <p:spPr>
          <a:xfrm>
            <a:off x="6681814" y="5249333"/>
            <a:ext cx="3556000" cy="9668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Inserir o atributo </a:t>
            </a:r>
          </a:p>
          <a:p>
            <a:pPr algn="ctr"/>
            <a:r>
              <a:rPr lang="pt-BR" sz="3600" dirty="0" err="1">
                <a:solidFill>
                  <a:schemeClr val="tx1"/>
                </a:solidFill>
              </a:rPr>
              <a:t>colspan</a:t>
            </a:r>
            <a:r>
              <a:rPr lang="pt-BR" sz="3600" dirty="0">
                <a:solidFill>
                  <a:schemeClr val="tx1"/>
                </a:solidFill>
              </a:rPr>
              <a:t>=“2”</a:t>
            </a:r>
          </a:p>
        </p:txBody>
      </p:sp>
    </p:spTree>
    <p:extLst>
      <p:ext uri="{BB962C8B-B14F-4D97-AF65-F5344CB8AC3E}">
        <p14:creationId xmlns:p14="http://schemas.microsoft.com/office/powerpoint/2010/main" val="28165539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1D07F105-4D76-41B7-A5AB-2B1FCA8160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225" y="990600"/>
            <a:ext cx="4781550" cy="4876800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A94AD6DC-F981-4083-BE74-8047836743D0}"/>
              </a:ext>
            </a:extLst>
          </p:cNvPr>
          <p:cNvCxnSpPr/>
          <p:nvPr/>
        </p:nvCxnSpPr>
        <p:spPr>
          <a:xfrm flipV="1">
            <a:off x="2658533" y="3488267"/>
            <a:ext cx="1176867" cy="5418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Elipse 4">
            <a:extLst>
              <a:ext uri="{FF2B5EF4-FFF2-40B4-BE49-F238E27FC236}">
                <a16:creationId xmlns:a16="http://schemas.microsoft.com/office/drawing/2014/main" id="{9EE113BF-D914-4A76-B0C4-8C360921EAE6}"/>
              </a:ext>
            </a:extLst>
          </p:cNvPr>
          <p:cNvSpPr/>
          <p:nvPr/>
        </p:nvSpPr>
        <p:spPr>
          <a:xfrm>
            <a:off x="797136" y="3589867"/>
            <a:ext cx="2579794" cy="1837266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A célula com o texto Guilherme agora ocupa o espaço de 2 colunas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B94CC7B5-EBEE-4506-8217-061B23A6CEB2}"/>
              </a:ext>
            </a:extLst>
          </p:cNvPr>
          <p:cNvCxnSpPr/>
          <p:nvPr/>
        </p:nvCxnSpPr>
        <p:spPr>
          <a:xfrm flipH="1" flipV="1">
            <a:off x="6688667" y="3429000"/>
            <a:ext cx="2286000" cy="70273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lipse 7">
            <a:extLst>
              <a:ext uri="{FF2B5EF4-FFF2-40B4-BE49-F238E27FC236}">
                <a16:creationId xmlns:a16="http://schemas.microsoft.com/office/drawing/2014/main" id="{C278320F-0816-47A9-A160-E6D65062EA2C}"/>
              </a:ext>
            </a:extLst>
          </p:cNvPr>
          <p:cNvSpPr/>
          <p:nvPr/>
        </p:nvSpPr>
        <p:spPr>
          <a:xfrm>
            <a:off x="8815070" y="3810000"/>
            <a:ext cx="2286000" cy="1388533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Efeito Colateral</a:t>
            </a:r>
          </a:p>
        </p:txBody>
      </p:sp>
    </p:spTree>
    <p:extLst>
      <p:ext uri="{BB962C8B-B14F-4D97-AF65-F5344CB8AC3E}">
        <p14:creationId xmlns:p14="http://schemas.microsoft.com/office/powerpoint/2010/main" val="11217009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3B97B676-171E-4FBB-A070-9CE32106C5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044" y="927364"/>
            <a:ext cx="5169144" cy="5117836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841CBFCD-6762-4E22-8240-75BE239CBCE1}"/>
              </a:ext>
            </a:extLst>
          </p:cNvPr>
          <p:cNvSpPr/>
          <p:nvPr/>
        </p:nvSpPr>
        <p:spPr>
          <a:xfrm>
            <a:off x="1168400" y="3691467"/>
            <a:ext cx="1913467" cy="431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692BCA09-8FE6-4425-9865-65993E1205BA}"/>
              </a:ext>
            </a:extLst>
          </p:cNvPr>
          <p:cNvCxnSpPr/>
          <p:nvPr/>
        </p:nvCxnSpPr>
        <p:spPr>
          <a:xfrm flipH="1" flipV="1">
            <a:off x="3378200" y="4038600"/>
            <a:ext cx="3064933" cy="10414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Elipse 5">
            <a:extLst>
              <a:ext uri="{FF2B5EF4-FFF2-40B4-BE49-F238E27FC236}">
                <a16:creationId xmlns:a16="http://schemas.microsoft.com/office/drawing/2014/main" id="{A541971C-9BAF-4DDD-8167-4B9160B4EEC6}"/>
              </a:ext>
            </a:extLst>
          </p:cNvPr>
          <p:cNvSpPr/>
          <p:nvPr/>
        </p:nvSpPr>
        <p:spPr>
          <a:xfrm>
            <a:off x="6337544" y="4555067"/>
            <a:ext cx="2730256" cy="2082800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Para arrumar o efeito colateral vamos excluir uma célula</a:t>
            </a:r>
          </a:p>
        </p:txBody>
      </p:sp>
    </p:spTree>
    <p:extLst>
      <p:ext uri="{BB962C8B-B14F-4D97-AF65-F5344CB8AC3E}">
        <p14:creationId xmlns:p14="http://schemas.microsoft.com/office/powerpoint/2010/main" val="9422315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4706BEB7-5877-415D-B156-E7EDF31ED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72" y="603924"/>
            <a:ext cx="8238788" cy="5768686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D5634D42-8523-4910-9A65-8AAADDC55053}"/>
              </a:ext>
            </a:extLst>
          </p:cNvPr>
          <p:cNvSpPr/>
          <p:nvPr/>
        </p:nvSpPr>
        <p:spPr>
          <a:xfrm>
            <a:off x="1693333" y="3293533"/>
            <a:ext cx="2455334" cy="982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2DC91F3-355B-4817-84F2-8E0630FED6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292" y="1495810"/>
            <a:ext cx="4781550" cy="4876800"/>
          </a:xfrm>
          <a:prstGeom prst="rect">
            <a:avLst/>
          </a:prstGeom>
        </p:spPr>
      </p:pic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16293CC5-E5C9-4558-8536-80CFF7EA5FA3}"/>
              </a:ext>
            </a:extLst>
          </p:cNvPr>
          <p:cNvCxnSpPr>
            <a:endCxn id="4" idx="1"/>
          </p:cNvCxnSpPr>
          <p:nvPr/>
        </p:nvCxnSpPr>
        <p:spPr>
          <a:xfrm>
            <a:off x="4148667" y="3784600"/>
            <a:ext cx="2714625" cy="14961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05255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BD2630F1-E663-47EC-9BC2-7792EB5F36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727" y="1148521"/>
            <a:ext cx="4868945" cy="422229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8C534AEA-DC15-4B3E-97AB-B3921C8504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524141"/>
            <a:ext cx="5682741" cy="1809717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50DC8825-AA9B-4C16-BB84-02E4DB9E67AA}"/>
              </a:ext>
            </a:extLst>
          </p:cNvPr>
          <p:cNvSpPr/>
          <p:nvPr/>
        </p:nvSpPr>
        <p:spPr>
          <a:xfrm>
            <a:off x="1371600" y="2446867"/>
            <a:ext cx="2988733" cy="16679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081761BE-7064-4838-97B2-5B4320E01073}"/>
              </a:ext>
            </a:extLst>
          </p:cNvPr>
          <p:cNvSpPr/>
          <p:nvPr/>
        </p:nvSpPr>
        <p:spPr>
          <a:xfrm>
            <a:off x="4470400" y="3072130"/>
            <a:ext cx="2082800" cy="586740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7264D119-73A0-4D61-843E-CED78A477C16}"/>
              </a:ext>
            </a:extLst>
          </p:cNvPr>
          <p:cNvSpPr/>
          <p:nvPr/>
        </p:nvSpPr>
        <p:spPr>
          <a:xfrm>
            <a:off x="6824133" y="2937933"/>
            <a:ext cx="4512734" cy="8212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42791B77-2325-47E4-A61B-D5B1CCF78EA8}"/>
              </a:ext>
            </a:extLst>
          </p:cNvPr>
          <p:cNvSpPr/>
          <p:nvPr/>
        </p:nvSpPr>
        <p:spPr>
          <a:xfrm>
            <a:off x="7159370" y="665075"/>
            <a:ext cx="3556000" cy="9668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Inserir o atributo </a:t>
            </a:r>
          </a:p>
          <a:p>
            <a:pPr algn="ctr"/>
            <a:r>
              <a:rPr lang="pt-BR" sz="3600" dirty="0" err="1">
                <a:solidFill>
                  <a:schemeClr val="tx1"/>
                </a:solidFill>
              </a:rPr>
              <a:t>colspan</a:t>
            </a:r>
            <a:r>
              <a:rPr lang="pt-BR" sz="3600" dirty="0">
                <a:solidFill>
                  <a:schemeClr val="tx1"/>
                </a:solidFill>
              </a:rPr>
              <a:t>=“3”</a:t>
            </a:r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37321BF6-8A78-45CE-9530-E3E9BDFB3448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8805333" y="1631967"/>
            <a:ext cx="132037" cy="12297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tângulo 11">
            <a:extLst>
              <a:ext uri="{FF2B5EF4-FFF2-40B4-BE49-F238E27FC236}">
                <a16:creationId xmlns:a16="http://schemas.microsoft.com/office/drawing/2014/main" id="{345886C7-B0DD-4807-A437-E3D083A5CE87}"/>
              </a:ext>
            </a:extLst>
          </p:cNvPr>
          <p:cNvSpPr/>
          <p:nvPr/>
        </p:nvSpPr>
        <p:spPr>
          <a:xfrm>
            <a:off x="7159370" y="4887365"/>
            <a:ext cx="3556000" cy="9668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Vamos excluir 2 &lt;</a:t>
            </a:r>
            <a:r>
              <a:rPr lang="pt-BR" dirty="0" err="1">
                <a:solidFill>
                  <a:schemeClr val="tx1"/>
                </a:solidFill>
              </a:rPr>
              <a:t>td</a:t>
            </a:r>
            <a:r>
              <a:rPr lang="pt-BR" dirty="0">
                <a:solidFill>
                  <a:schemeClr val="tx1"/>
                </a:solidFill>
              </a:rPr>
              <a:t>&gt;</a:t>
            </a:r>
            <a:endParaRPr lang="pt-BR" sz="3600" dirty="0">
              <a:solidFill>
                <a:schemeClr val="tx1"/>
              </a:solidFill>
            </a:endParaRPr>
          </a:p>
        </p:txBody>
      </p: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FEC316E1-D42A-421C-931D-0942CDB145E3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8255000" y="3835400"/>
            <a:ext cx="682370" cy="105196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35168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FA078767-AE48-4E22-A2BD-FF10A5407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225" y="990600"/>
            <a:ext cx="4781550" cy="4876800"/>
          </a:xfrm>
          <a:prstGeom prst="rect">
            <a:avLst/>
          </a:prstGeom>
        </p:spPr>
      </p:pic>
      <p:sp>
        <p:nvSpPr>
          <p:cNvPr id="3" name="Elipse 2">
            <a:extLst>
              <a:ext uri="{FF2B5EF4-FFF2-40B4-BE49-F238E27FC236}">
                <a16:creationId xmlns:a16="http://schemas.microsoft.com/office/drawing/2014/main" id="{F55C64AF-FD6C-41F6-8537-58CE53C98397}"/>
              </a:ext>
            </a:extLst>
          </p:cNvPr>
          <p:cNvSpPr/>
          <p:nvPr/>
        </p:nvSpPr>
        <p:spPr>
          <a:xfrm>
            <a:off x="797136" y="3589867"/>
            <a:ext cx="2579794" cy="1837266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A célula com o texto Gustavo agora ocupa o espaço de 3 colunas</a:t>
            </a: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3144D8A7-E98D-4B47-8190-C84BB5C44ED4}"/>
              </a:ext>
            </a:extLst>
          </p:cNvPr>
          <p:cNvCxnSpPr/>
          <p:nvPr/>
        </p:nvCxnSpPr>
        <p:spPr>
          <a:xfrm flipV="1">
            <a:off x="3115733" y="3657600"/>
            <a:ext cx="660400" cy="32173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56567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B8306F2-7E8A-4F23-B1EA-47989DC3C5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" y="1180446"/>
            <a:ext cx="5913740" cy="4700307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A8B3E17E-A46C-4701-8EC4-643E60FEEA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0993" y="2708571"/>
            <a:ext cx="5267775" cy="1440857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25EBB8B8-3E31-446E-AEFB-7AEA26D96A58}"/>
              </a:ext>
            </a:extLst>
          </p:cNvPr>
          <p:cNvSpPr/>
          <p:nvPr/>
        </p:nvSpPr>
        <p:spPr>
          <a:xfrm>
            <a:off x="1931403" y="2595033"/>
            <a:ext cx="3038530" cy="17991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0F1CDAE4-C175-45B7-B11D-FDD8E366FD14}"/>
              </a:ext>
            </a:extLst>
          </p:cNvPr>
          <p:cNvSpPr/>
          <p:nvPr/>
        </p:nvSpPr>
        <p:spPr>
          <a:xfrm>
            <a:off x="5071533" y="3055196"/>
            <a:ext cx="1633690" cy="586740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DEB3583D-BD18-40B2-923F-6EB058E27164}"/>
              </a:ext>
            </a:extLst>
          </p:cNvPr>
          <p:cNvSpPr/>
          <p:nvPr/>
        </p:nvSpPr>
        <p:spPr>
          <a:xfrm>
            <a:off x="6806823" y="2861733"/>
            <a:ext cx="4843310" cy="11268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F7812E0C-3FC6-468B-AE55-51439C4D56A2}"/>
              </a:ext>
            </a:extLst>
          </p:cNvPr>
          <p:cNvSpPr/>
          <p:nvPr/>
        </p:nvSpPr>
        <p:spPr>
          <a:xfrm>
            <a:off x="7159370" y="665075"/>
            <a:ext cx="3556000" cy="9668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Inserir o atributo </a:t>
            </a:r>
          </a:p>
          <a:p>
            <a:pPr algn="ctr"/>
            <a:r>
              <a:rPr lang="pt-BR" sz="3600" dirty="0" err="1">
                <a:solidFill>
                  <a:schemeClr val="tx1"/>
                </a:solidFill>
              </a:rPr>
              <a:t>colspan</a:t>
            </a:r>
            <a:r>
              <a:rPr lang="pt-BR" sz="3600" dirty="0">
                <a:solidFill>
                  <a:schemeClr val="tx1"/>
                </a:solidFill>
              </a:rPr>
              <a:t>=“4”</a:t>
            </a:r>
          </a:p>
        </p:txBody>
      </p: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B4ECCC8A-8592-440A-88C0-2CBB6F011BB8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8937370" y="1631967"/>
            <a:ext cx="121963" cy="12297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tângulo 10">
            <a:extLst>
              <a:ext uri="{FF2B5EF4-FFF2-40B4-BE49-F238E27FC236}">
                <a16:creationId xmlns:a16="http://schemas.microsoft.com/office/drawing/2014/main" id="{B922B30E-E628-4358-888B-4DAF19C88B97}"/>
              </a:ext>
            </a:extLst>
          </p:cNvPr>
          <p:cNvSpPr/>
          <p:nvPr/>
        </p:nvSpPr>
        <p:spPr>
          <a:xfrm>
            <a:off x="7159370" y="4887365"/>
            <a:ext cx="3556000" cy="9668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Vamos excluir 3 &lt;</a:t>
            </a:r>
            <a:r>
              <a:rPr lang="pt-BR" dirty="0" err="1">
                <a:solidFill>
                  <a:schemeClr val="tx1"/>
                </a:solidFill>
              </a:rPr>
              <a:t>td</a:t>
            </a:r>
            <a:r>
              <a:rPr lang="pt-BR" dirty="0">
                <a:solidFill>
                  <a:schemeClr val="tx1"/>
                </a:solidFill>
              </a:rPr>
              <a:t>&gt;</a:t>
            </a:r>
            <a:endParaRPr lang="pt-BR" sz="3600" dirty="0">
              <a:solidFill>
                <a:schemeClr val="tx1"/>
              </a:solidFill>
            </a:endParaRPr>
          </a:p>
        </p:txBody>
      </p: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42DE271E-1497-42C5-82A4-DE530840615B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8517467" y="4149428"/>
            <a:ext cx="419903" cy="73793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59725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572F7F0-C9CD-4307-B47D-D143A27428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225" y="990600"/>
            <a:ext cx="4781550" cy="4876800"/>
          </a:xfrm>
          <a:prstGeom prst="rect">
            <a:avLst/>
          </a:prstGeom>
        </p:spPr>
      </p:pic>
      <p:sp>
        <p:nvSpPr>
          <p:cNvPr id="4" name="Elipse 3">
            <a:extLst>
              <a:ext uri="{FF2B5EF4-FFF2-40B4-BE49-F238E27FC236}">
                <a16:creationId xmlns:a16="http://schemas.microsoft.com/office/drawing/2014/main" id="{50662871-7A51-4283-9C66-7F529D44A739}"/>
              </a:ext>
            </a:extLst>
          </p:cNvPr>
          <p:cNvSpPr/>
          <p:nvPr/>
        </p:nvSpPr>
        <p:spPr>
          <a:xfrm>
            <a:off x="797136" y="3589867"/>
            <a:ext cx="2579794" cy="1837266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A célula com o texto Felipe agora ocupa o espaço de 4 colunas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9152EE91-DC6C-4785-A1E7-9CCE264B1B37}"/>
              </a:ext>
            </a:extLst>
          </p:cNvPr>
          <p:cNvCxnSpPr/>
          <p:nvPr/>
        </p:nvCxnSpPr>
        <p:spPr>
          <a:xfrm flipV="1">
            <a:off x="3302000" y="3945467"/>
            <a:ext cx="465667" cy="14393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56921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4F4F7DF-5F9E-4550-8315-ABE5C5D213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5745" y="417608"/>
            <a:ext cx="5490243" cy="6022784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2E4E5CA5-7F26-4D38-8EF2-D686AB930F7C}"/>
              </a:ext>
            </a:extLst>
          </p:cNvPr>
          <p:cNvSpPr/>
          <p:nvPr/>
        </p:nvSpPr>
        <p:spPr>
          <a:xfrm>
            <a:off x="3200400" y="1354667"/>
            <a:ext cx="3996267" cy="1371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164D556-686D-47D1-A0AD-6C064DF184D6}"/>
              </a:ext>
            </a:extLst>
          </p:cNvPr>
          <p:cNvSpPr/>
          <p:nvPr/>
        </p:nvSpPr>
        <p:spPr>
          <a:xfrm>
            <a:off x="3200399" y="3031066"/>
            <a:ext cx="3996267" cy="22521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51C1D2ED-1710-4958-85B3-02E273A2756C}"/>
              </a:ext>
            </a:extLst>
          </p:cNvPr>
          <p:cNvSpPr/>
          <p:nvPr/>
        </p:nvSpPr>
        <p:spPr>
          <a:xfrm>
            <a:off x="1075267" y="1557867"/>
            <a:ext cx="1854200" cy="1109133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Insira h3</a:t>
            </a:r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B367AE79-1AEB-4180-AFFC-B1DE08E34035}"/>
              </a:ext>
            </a:extLst>
          </p:cNvPr>
          <p:cNvSpPr/>
          <p:nvPr/>
        </p:nvSpPr>
        <p:spPr>
          <a:xfrm>
            <a:off x="1210733" y="3716867"/>
            <a:ext cx="1718734" cy="1168400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Insira o </a:t>
            </a:r>
            <a:r>
              <a:rPr lang="pt-BR" dirty="0" err="1">
                <a:solidFill>
                  <a:schemeClr val="tx1"/>
                </a:solidFill>
              </a:rPr>
              <a:t>table</a:t>
            </a:r>
            <a:endParaRPr lang="pt-B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7735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7CEA340-CDAA-442F-9890-CB1489FFB1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654" y="1816962"/>
            <a:ext cx="5778741" cy="3669438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DF64668E-D3B1-4BB3-B52A-071B51A34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796" y="1126067"/>
            <a:ext cx="4781550" cy="48768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41D647ED-7A96-4B72-AB38-C52ADCC0410D}"/>
              </a:ext>
            </a:extLst>
          </p:cNvPr>
          <p:cNvSpPr/>
          <p:nvPr/>
        </p:nvSpPr>
        <p:spPr>
          <a:xfrm>
            <a:off x="1000461" y="2743200"/>
            <a:ext cx="4808668" cy="19256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Seta: para a Direita 4">
            <a:extLst>
              <a:ext uri="{FF2B5EF4-FFF2-40B4-BE49-F238E27FC236}">
                <a16:creationId xmlns:a16="http://schemas.microsoft.com/office/drawing/2014/main" id="{24056D73-32ED-4EAF-9E66-1BE6B046E439}"/>
              </a:ext>
            </a:extLst>
          </p:cNvPr>
          <p:cNvSpPr/>
          <p:nvPr/>
        </p:nvSpPr>
        <p:spPr>
          <a:xfrm>
            <a:off x="0" y="3313355"/>
            <a:ext cx="882127" cy="828339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ABD7A7AD-B065-4E7D-BE6A-3AC97327E8BC}"/>
              </a:ext>
            </a:extLst>
          </p:cNvPr>
          <p:cNvSpPr/>
          <p:nvPr/>
        </p:nvSpPr>
        <p:spPr>
          <a:xfrm rot="1559765">
            <a:off x="5670516" y="4388872"/>
            <a:ext cx="1237130" cy="473336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76895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4070E73D-080F-44D2-9806-7BD12CBB9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887" y="366285"/>
            <a:ext cx="10212225" cy="612543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D949A4FE-EDA1-4693-8E03-71C05149E938}"/>
              </a:ext>
            </a:extLst>
          </p:cNvPr>
          <p:cNvSpPr/>
          <p:nvPr/>
        </p:nvSpPr>
        <p:spPr>
          <a:xfrm>
            <a:off x="2497667" y="2988733"/>
            <a:ext cx="2438400" cy="18626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5" name="Seta: para a Direita 4">
            <a:extLst>
              <a:ext uri="{FF2B5EF4-FFF2-40B4-BE49-F238E27FC236}">
                <a16:creationId xmlns:a16="http://schemas.microsoft.com/office/drawing/2014/main" id="{B524CE70-C116-4C85-8A7E-9C70B6AFA349}"/>
              </a:ext>
            </a:extLst>
          </p:cNvPr>
          <p:cNvSpPr/>
          <p:nvPr/>
        </p:nvSpPr>
        <p:spPr>
          <a:xfrm rot="1179653">
            <a:off x="4789699" y="4281822"/>
            <a:ext cx="1507639" cy="601134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67240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D13498A-81C0-4D45-8438-4E0502B5E9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309" y="599680"/>
            <a:ext cx="9183382" cy="56586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19CBE482-A885-4299-991D-DBC165FA2C7D}"/>
              </a:ext>
            </a:extLst>
          </p:cNvPr>
          <p:cNvSpPr/>
          <p:nvPr/>
        </p:nvSpPr>
        <p:spPr>
          <a:xfrm>
            <a:off x="2032000" y="2734733"/>
            <a:ext cx="3403600" cy="29040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5" name="Seta: para a Direita 4">
            <a:extLst>
              <a:ext uri="{FF2B5EF4-FFF2-40B4-BE49-F238E27FC236}">
                <a16:creationId xmlns:a16="http://schemas.microsoft.com/office/drawing/2014/main" id="{994E3EC8-F326-4319-BD36-47C158F3264C}"/>
              </a:ext>
            </a:extLst>
          </p:cNvPr>
          <p:cNvSpPr/>
          <p:nvPr/>
        </p:nvSpPr>
        <p:spPr>
          <a:xfrm>
            <a:off x="4944533" y="4851400"/>
            <a:ext cx="728134" cy="592667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54688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587BDD93-F85A-4CC0-AC15-B842A33400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571" y="161469"/>
            <a:ext cx="10078857" cy="6535062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7A9A1EF6-8F58-43F7-8181-2512E1780D52}"/>
              </a:ext>
            </a:extLst>
          </p:cNvPr>
          <p:cNvSpPr/>
          <p:nvPr/>
        </p:nvSpPr>
        <p:spPr>
          <a:xfrm>
            <a:off x="1566333" y="161470"/>
            <a:ext cx="3352800" cy="28695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409404A-DA65-4AC0-8DC1-6860B8F955D5}"/>
              </a:ext>
            </a:extLst>
          </p:cNvPr>
          <p:cNvSpPr/>
          <p:nvPr/>
        </p:nvSpPr>
        <p:spPr>
          <a:xfrm>
            <a:off x="1566333" y="3277203"/>
            <a:ext cx="3352800" cy="28695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C35B1509-B9BC-462E-A36E-A547AC29392C}"/>
              </a:ext>
            </a:extLst>
          </p:cNvPr>
          <p:cNvCxnSpPr>
            <a:cxnSpLocks/>
          </p:cNvCxnSpPr>
          <p:nvPr/>
        </p:nvCxnSpPr>
        <p:spPr>
          <a:xfrm>
            <a:off x="4978400" y="3031068"/>
            <a:ext cx="1236133" cy="178646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46A560CF-FCDD-4A64-942A-4D3A76A9850B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4919133" y="4712002"/>
            <a:ext cx="1354667" cy="3516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49177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E905C2A-DFE7-4596-A1CD-D92F41C055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96" y="689953"/>
            <a:ext cx="5557022" cy="6004973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2FF30652-2417-4C17-9E77-46389013BF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6647" y="1317879"/>
            <a:ext cx="4534928" cy="3888822"/>
          </a:xfrm>
          <a:prstGeom prst="rect">
            <a:avLst/>
          </a:prstGeom>
        </p:spPr>
      </p:pic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AA1DCA6F-8612-4FA4-A55B-1BD233677BC9}"/>
              </a:ext>
            </a:extLst>
          </p:cNvPr>
          <p:cNvCxnSpPr>
            <a:cxnSpLocks/>
          </p:cNvCxnSpPr>
          <p:nvPr/>
        </p:nvCxnSpPr>
        <p:spPr>
          <a:xfrm flipV="1">
            <a:off x="3141233" y="2528047"/>
            <a:ext cx="4851699" cy="33348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89762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431F1B8B-8E2D-4029-8F57-1EA190A6F2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814" y="242114"/>
            <a:ext cx="4534928" cy="3888822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5BD68C1F-FD03-4FBE-8D18-FE493100E3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164" y="2852041"/>
            <a:ext cx="7199729" cy="3667026"/>
          </a:xfrm>
          <a:prstGeom prst="rect">
            <a:avLst/>
          </a:prstGeom>
        </p:spPr>
      </p:pic>
      <p:sp>
        <p:nvSpPr>
          <p:cNvPr id="5" name="Seta: Dobrada para Cima 4">
            <a:extLst>
              <a:ext uri="{FF2B5EF4-FFF2-40B4-BE49-F238E27FC236}">
                <a16:creationId xmlns:a16="http://schemas.microsoft.com/office/drawing/2014/main" id="{595BAA56-6A7F-4C5E-BC38-F904FC48A413}"/>
              </a:ext>
            </a:extLst>
          </p:cNvPr>
          <p:cNvSpPr/>
          <p:nvPr/>
        </p:nvSpPr>
        <p:spPr>
          <a:xfrm rot="10800000" flipH="1">
            <a:off x="948697" y="1261232"/>
            <a:ext cx="6495595" cy="2568489"/>
          </a:xfrm>
          <a:prstGeom prst="bentUpArrow">
            <a:avLst>
              <a:gd name="adj1" fmla="val 14948"/>
              <a:gd name="adj2" fmla="val 25000"/>
              <a:gd name="adj3" fmla="val 25000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6" name="Seta: para a Esquerda 5">
            <a:extLst>
              <a:ext uri="{FF2B5EF4-FFF2-40B4-BE49-F238E27FC236}">
                <a16:creationId xmlns:a16="http://schemas.microsoft.com/office/drawing/2014/main" id="{128CDAE0-F2FF-40EB-B2FD-3A5F7477A57F}"/>
              </a:ext>
            </a:extLst>
          </p:cNvPr>
          <p:cNvSpPr/>
          <p:nvPr/>
        </p:nvSpPr>
        <p:spPr>
          <a:xfrm>
            <a:off x="7336714" y="4924415"/>
            <a:ext cx="3259567" cy="1344706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Excluir um par &lt;</a:t>
            </a:r>
            <a:r>
              <a:rPr lang="pt-BR" dirty="0" err="1">
                <a:solidFill>
                  <a:schemeClr val="tx1"/>
                </a:solidFill>
              </a:rPr>
              <a:t>td</a:t>
            </a:r>
            <a:r>
              <a:rPr lang="pt-BR" dirty="0">
                <a:solidFill>
                  <a:schemeClr val="tx1"/>
                </a:solidFill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1770577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08AABA58-A9D8-49D3-91A3-B506C9316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9912" y="719137"/>
            <a:ext cx="5972175" cy="541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0899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34211658-EFE6-41CF-85DC-B2C489E268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740" y="873499"/>
            <a:ext cx="5426881" cy="4924873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F26DBD30-4D09-4A1E-BA25-256C06DE2A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1" y="1241734"/>
            <a:ext cx="6115306" cy="4664216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686C116F-F0C0-44F0-8CCE-5B4B5A5C3A52}"/>
              </a:ext>
            </a:extLst>
          </p:cNvPr>
          <p:cNvSpPr/>
          <p:nvPr/>
        </p:nvSpPr>
        <p:spPr>
          <a:xfrm>
            <a:off x="935915" y="2872292"/>
            <a:ext cx="5160085" cy="189334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25F801B3-BD32-4758-AFD2-9549C1CE3581}"/>
              </a:ext>
            </a:extLst>
          </p:cNvPr>
          <p:cNvSpPr/>
          <p:nvPr/>
        </p:nvSpPr>
        <p:spPr>
          <a:xfrm>
            <a:off x="5325035" y="4173967"/>
            <a:ext cx="1191705" cy="796066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32365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9604ECB-09A3-4836-B03E-6FA12308A3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983" y="1480865"/>
            <a:ext cx="5106113" cy="3896269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07A80643-B518-46A9-A14F-C0883C3F7C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842" y="826713"/>
            <a:ext cx="5972175" cy="541972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69D885FC-CC7F-4437-925E-60B885187FB0}"/>
              </a:ext>
            </a:extLst>
          </p:cNvPr>
          <p:cNvSpPr/>
          <p:nvPr/>
        </p:nvSpPr>
        <p:spPr>
          <a:xfrm>
            <a:off x="1226372" y="3098202"/>
            <a:ext cx="4152452" cy="10757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98401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A8C4947-3E49-4771-B712-8EC5A2F2F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396" y="1366549"/>
            <a:ext cx="5125165" cy="4124901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737A3724-3770-4CCD-AA5E-BE1B66ECE3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5535" y="719136"/>
            <a:ext cx="5972175" cy="541972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571C3DEF-BB63-486A-8433-21C6BE8BD67F}"/>
              </a:ext>
            </a:extLst>
          </p:cNvPr>
          <p:cNvSpPr/>
          <p:nvPr/>
        </p:nvSpPr>
        <p:spPr>
          <a:xfrm>
            <a:off x="1409252" y="2958353"/>
            <a:ext cx="3668357" cy="15598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122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2107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03481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39948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85923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18150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90821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6762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66487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rgbClr val="FF0000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125</Words>
  <Application>Microsoft Office PowerPoint</Application>
  <PresentationFormat>Widescreen</PresentationFormat>
  <Paragraphs>23</Paragraphs>
  <Slides>41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41</vt:i4>
      </vt:variant>
    </vt:vector>
  </HeadingPairs>
  <TitlesOfParts>
    <vt:vector size="45" baseType="lpstr">
      <vt:lpstr>Arial</vt:lpstr>
      <vt:lpstr>Calibri</vt:lpstr>
      <vt:lpstr>Calibri Light</vt:lpstr>
      <vt:lpstr>Tema do Office</vt:lpstr>
      <vt:lpstr>Exemplo3.html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HTML Table - Colspan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Lab 01</dc:creator>
  <cp:lastModifiedBy>Lab 01</cp:lastModifiedBy>
  <cp:revision>12</cp:revision>
  <dcterms:created xsi:type="dcterms:W3CDTF">2026-07-30T13:23:20Z</dcterms:created>
  <dcterms:modified xsi:type="dcterms:W3CDTF">2026-07-31T15:26:33Z</dcterms:modified>
</cp:coreProperties>
</file>