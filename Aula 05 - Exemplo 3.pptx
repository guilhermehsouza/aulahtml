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1" r:id="rId9"/>
    <p:sldId id="263" r:id="rId10"/>
    <p:sldId id="29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8FC5A-B1C6-435A-9064-30B8555A3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B98A5-9989-4E30-B939-972BC8321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BB51ED-7713-43D0-9EB5-435A5616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C0FA9C-7BB7-4AB9-9575-D473B64F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8BE3DB-04B3-4C49-B433-4144ABE6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9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CFB45-893A-4DE3-9EC6-A4403B57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87CD6C-21B6-4028-AE42-EBE096218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F8B32D-6EEF-4B1F-821F-5CD2A1D7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3457A4-085D-4FE8-B8A8-A665D3F0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14B78A-AC20-4112-A9F4-B391B0DE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80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142D3-DA5E-4E0C-B353-2A5E4130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073B48-9E59-490C-A343-B07E7D5F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FB2423-99E8-48BF-9002-1EE1F319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120322-B1D4-43D9-A3CB-EC556F66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D377D0-E4E2-4321-A979-A01B8D7E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91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6B4C6-1A45-4744-B519-A5D460C2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2E5B0E-49D0-4C12-ABA9-9801CF722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84F6E1-09B7-4FE2-B369-680A1FCDE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B939B2-773F-4C92-8579-6CE229F6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D4DC1C-28E4-409C-9CD2-B4517144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56C8C9-9748-48CF-8FE2-0BFD40CE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55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5F8D7-366E-4520-94C3-91220A2D7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FFD30E-1EC7-4EC4-ABAF-B95C283FA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67AC82-DB16-4FC2-9C18-DF5DF282E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BEF6A6-C742-457F-AAED-F8EFF9B58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3C6CAD-CC7D-45AA-B43C-BFD98C8DD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8F6EFC-DEB5-46E4-9252-37AA31DC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90A90C-92FC-4D55-AF51-F71D158C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CD06DC-A59F-4F52-B3B5-37401318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319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0F80E-BF5A-4363-BE5A-7DAD85E0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1860A4A-B6E4-475F-AE76-1382BA16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774111-3E55-4546-BE45-A03E8B7D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3A5A55-BA52-4C41-A6AF-F914837C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1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7A996E-99C2-4EDF-8008-983D12CF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FDF5D2D-741C-4C97-AF7D-7DA70925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E4A821-D68E-446C-A6D0-B09BF82F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63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A2D27-C5AD-4832-B730-16A2BBB9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C2C23F-93F9-42B0-8024-4452BDEA1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D29CB7-6B0C-4FD8-A7B6-8E2C58177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318D27-F155-4AAB-8768-29B3EEB79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AC84E3-93EA-4EF9-9005-196CE4E8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A23D0A-5B1E-44E1-97F6-12885188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959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9E04B-8BA1-48C2-8C0E-8FCFB566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F318A7-A690-4903-AE57-76988C4961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64615F-DB68-4CF9-BDB5-AE395BE3B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28672E-388D-4A90-9386-0DD3364B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5A2B62-F605-434C-A6E6-F8569AF9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4955E4-600C-4597-8294-0FD1E9DA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832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A81CE-3D8A-4982-9116-261407C62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545418-6DE8-4485-9001-AA784913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11F3AB-49D5-41ED-B1ED-98BFDF85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1975B5-5008-494C-B345-8A2309CA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914CB5-50F3-4E22-B92A-C094DEF8F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779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39A283-E377-431E-A31B-A7D0C8C47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BF88CD-880F-4004-B752-B1A8ACF45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F36A5-C54B-4A5E-91FB-F4282D1B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1FE9F0-0953-49F7-876F-49C17F32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248799-A130-46F1-B76C-4D69974E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12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0C693D6-6C95-4FC4-8318-2859FD810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76FC6E-64AB-421E-8043-4775DF14C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3250E1-CC29-4320-95BD-B01481819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F8590-0EAC-44F7-8DC6-3A1411D2B327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AA3B66-2F2D-482C-BF4C-1E3E3A388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63AD95-3F62-4BB9-BA45-AF00CC576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3717C-8345-4B24-8C6E-5AB6E4B033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9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8983BCF-5B3E-4C14-8086-22D1C8AAB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104" y="0"/>
            <a:ext cx="5927792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404E74-9A78-46B6-8AE7-EA61E556E95E}"/>
              </a:ext>
            </a:extLst>
          </p:cNvPr>
          <p:cNvSpPr/>
          <p:nvPr/>
        </p:nvSpPr>
        <p:spPr>
          <a:xfrm>
            <a:off x="3479800" y="1109133"/>
            <a:ext cx="4428067" cy="2040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022AC2F-EB36-4147-A622-371FB55C4DDB}"/>
              </a:ext>
            </a:extLst>
          </p:cNvPr>
          <p:cNvSpPr/>
          <p:nvPr/>
        </p:nvSpPr>
        <p:spPr>
          <a:xfrm>
            <a:off x="3479800" y="3318933"/>
            <a:ext cx="4428067" cy="2040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E92C9069-8D35-4D31-826A-11222EAC567A}"/>
              </a:ext>
            </a:extLst>
          </p:cNvPr>
          <p:cNvSpPr/>
          <p:nvPr/>
        </p:nvSpPr>
        <p:spPr>
          <a:xfrm>
            <a:off x="1574800" y="1634067"/>
            <a:ext cx="1557304" cy="1109133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BA645492-2F85-4B62-8430-D00A6224F5DA}"/>
              </a:ext>
            </a:extLst>
          </p:cNvPr>
          <p:cNvSpPr/>
          <p:nvPr/>
        </p:nvSpPr>
        <p:spPr>
          <a:xfrm>
            <a:off x="1676400" y="3674534"/>
            <a:ext cx="1455704" cy="1109133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739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6354D68-90D4-48BA-A6C7-11B99C3C3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863" y="543121"/>
            <a:ext cx="5974273" cy="577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4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EC23805-0A1F-459C-9D7F-EA4E8B51E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575" y="391233"/>
            <a:ext cx="9720850" cy="607553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E5F02F6-0CAF-4A66-B777-C5D4185B9CE1}"/>
              </a:ext>
            </a:extLst>
          </p:cNvPr>
          <p:cNvSpPr/>
          <p:nvPr/>
        </p:nvSpPr>
        <p:spPr>
          <a:xfrm>
            <a:off x="2201333" y="2760133"/>
            <a:ext cx="8094134" cy="1981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5E9D2EDE-B8BA-4942-863C-7B4F4C1A8A97}"/>
              </a:ext>
            </a:extLst>
          </p:cNvPr>
          <p:cNvSpPr/>
          <p:nvPr/>
        </p:nvSpPr>
        <p:spPr>
          <a:xfrm>
            <a:off x="482600" y="3090333"/>
            <a:ext cx="1524000" cy="127000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368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0F38C9-0E2A-4D81-993C-F866A0D20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990600"/>
            <a:ext cx="88677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6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18A0C9F-7511-4999-9021-8D3EE6602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812" y="97738"/>
            <a:ext cx="6812374" cy="666252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D4088F3-6178-46B4-B30E-43CCF0558B8A}"/>
              </a:ext>
            </a:extLst>
          </p:cNvPr>
          <p:cNvSpPr/>
          <p:nvPr/>
        </p:nvSpPr>
        <p:spPr>
          <a:xfrm>
            <a:off x="3259667" y="2658533"/>
            <a:ext cx="3302000" cy="2870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2EF3BE99-71D4-4BD9-B6B2-1B5903370ED2}"/>
              </a:ext>
            </a:extLst>
          </p:cNvPr>
          <p:cNvSpPr/>
          <p:nvPr/>
        </p:nvSpPr>
        <p:spPr>
          <a:xfrm>
            <a:off x="1397000" y="3429000"/>
            <a:ext cx="1557867" cy="130386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9E599F0-76F9-45AD-89EC-D5BA565BDC46}"/>
              </a:ext>
            </a:extLst>
          </p:cNvPr>
          <p:cNvSpPr/>
          <p:nvPr/>
        </p:nvSpPr>
        <p:spPr>
          <a:xfrm>
            <a:off x="3996267" y="3513667"/>
            <a:ext cx="1024466" cy="130386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330E3DBC-F096-4076-A2C6-7E23EF70FAC4}"/>
              </a:ext>
            </a:extLst>
          </p:cNvPr>
          <p:cNvSpPr/>
          <p:nvPr/>
        </p:nvSpPr>
        <p:spPr>
          <a:xfrm>
            <a:off x="5198533" y="3725333"/>
            <a:ext cx="897467" cy="736600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62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40A6E9E-513F-416B-814B-6E28EEDE5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79" y="128127"/>
            <a:ext cx="10091241" cy="660174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89823EE-9725-4A57-B50B-7109F4F2F6FB}"/>
              </a:ext>
            </a:extLst>
          </p:cNvPr>
          <p:cNvSpPr/>
          <p:nvPr/>
        </p:nvSpPr>
        <p:spPr>
          <a:xfrm>
            <a:off x="2692400" y="3158067"/>
            <a:ext cx="2633133" cy="15070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8033E91F-AEAD-4E23-B77A-A02D0A922533}"/>
              </a:ext>
            </a:extLst>
          </p:cNvPr>
          <p:cNvSpPr/>
          <p:nvPr/>
        </p:nvSpPr>
        <p:spPr>
          <a:xfrm>
            <a:off x="1329267" y="3318933"/>
            <a:ext cx="1193800" cy="982134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FEC145C-B362-4376-BD35-A77A6C348F17}"/>
              </a:ext>
            </a:extLst>
          </p:cNvPr>
          <p:cNvCxnSpPr/>
          <p:nvPr/>
        </p:nvCxnSpPr>
        <p:spPr>
          <a:xfrm flipH="1" flipV="1">
            <a:off x="7636676" y="4758267"/>
            <a:ext cx="101857" cy="71120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203BBF35-A274-4DF1-9A40-3069B3E14F63}"/>
              </a:ext>
            </a:extLst>
          </p:cNvPr>
          <p:cNvSpPr/>
          <p:nvPr/>
        </p:nvSpPr>
        <p:spPr>
          <a:xfrm>
            <a:off x="6867736" y="5469467"/>
            <a:ext cx="1741593" cy="990600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/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3160457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1E9F0F6-4C5B-4198-B6EC-9292C5CE0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93" y="685607"/>
            <a:ext cx="11250215" cy="548678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154BCBE-E1EE-4559-BD93-29CB9BF9121E}"/>
              </a:ext>
            </a:extLst>
          </p:cNvPr>
          <p:cNvSpPr/>
          <p:nvPr/>
        </p:nvSpPr>
        <p:spPr>
          <a:xfrm>
            <a:off x="1532467" y="1820333"/>
            <a:ext cx="3843866" cy="23706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1CAE6A6-0AB7-4AFA-9BA9-9C1C2701CAC6}"/>
              </a:ext>
            </a:extLst>
          </p:cNvPr>
          <p:cNvSpPr/>
          <p:nvPr/>
        </p:nvSpPr>
        <p:spPr>
          <a:xfrm>
            <a:off x="2286000" y="2226733"/>
            <a:ext cx="2904067" cy="1524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519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C03970E-6B55-4304-B08A-0259397C5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421" y="60014"/>
            <a:ext cx="10133157" cy="673797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0B41244-7C8C-4183-AFD9-63BCD5677BCC}"/>
              </a:ext>
            </a:extLst>
          </p:cNvPr>
          <p:cNvSpPr/>
          <p:nvPr/>
        </p:nvSpPr>
        <p:spPr>
          <a:xfrm>
            <a:off x="1998133" y="660400"/>
            <a:ext cx="3217334" cy="2209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3A90CF6-DE53-40C3-AE93-E154E93C2CC0}"/>
              </a:ext>
            </a:extLst>
          </p:cNvPr>
          <p:cNvSpPr/>
          <p:nvPr/>
        </p:nvSpPr>
        <p:spPr>
          <a:xfrm>
            <a:off x="1998133" y="3031067"/>
            <a:ext cx="3217334" cy="2209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63429A4-C321-4934-83EF-AD7BC1BAB8E3}"/>
              </a:ext>
            </a:extLst>
          </p:cNvPr>
          <p:cNvSpPr/>
          <p:nvPr/>
        </p:nvSpPr>
        <p:spPr>
          <a:xfrm>
            <a:off x="2760133" y="1007533"/>
            <a:ext cx="2319867" cy="138006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54FE27-5A4E-4817-83C1-BF7A3D252073}"/>
              </a:ext>
            </a:extLst>
          </p:cNvPr>
          <p:cNvSpPr/>
          <p:nvPr/>
        </p:nvSpPr>
        <p:spPr>
          <a:xfrm>
            <a:off x="2760132" y="3429000"/>
            <a:ext cx="2319867" cy="138006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C37E236-99D2-41DE-A242-4B7EE1DCBCE3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307667" y="5342467"/>
            <a:ext cx="394812" cy="43293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F2500FE0-68C5-411D-AFC2-A9BEDE078550}"/>
              </a:ext>
            </a:extLst>
          </p:cNvPr>
          <p:cNvSpPr/>
          <p:nvPr/>
        </p:nvSpPr>
        <p:spPr>
          <a:xfrm>
            <a:off x="6447429" y="5630334"/>
            <a:ext cx="1741593" cy="990600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/>
              <a:t>Resultado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5425374E-1593-4355-B56E-AA5004BD2523}"/>
              </a:ext>
            </a:extLst>
          </p:cNvPr>
          <p:cNvCxnSpPr>
            <a:cxnSpLocks/>
          </p:cNvCxnSpPr>
          <p:nvPr/>
        </p:nvCxnSpPr>
        <p:spPr>
          <a:xfrm flipH="1" flipV="1">
            <a:off x="6510867" y="5024399"/>
            <a:ext cx="191612" cy="75100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34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B0E1C5E-1220-46CB-A461-B2D57818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990600"/>
            <a:ext cx="47815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89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20889-A3EB-4A85-B1C7-C9DA050419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HTML </a:t>
            </a:r>
            <a:r>
              <a:rPr lang="pt-BR" dirty="0" err="1"/>
              <a:t>Table</a:t>
            </a:r>
            <a:r>
              <a:rPr lang="pt-BR" dirty="0"/>
              <a:t> - </a:t>
            </a:r>
            <a:r>
              <a:rPr lang="pt-BR" dirty="0" err="1"/>
              <a:t>Colspan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21187D-463F-4FAA-B2B4-34A89B820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8388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DA39D41-98A0-4ABD-A526-5BAB5C758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44" y="927364"/>
            <a:ext cx="5169144" cy="511783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298D32E-A8C3-486B-B3EC-898626F74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133" y="3946690"/>
            <a:ext cx="6256867" cy="624236"/>
          </a:xfrm>
          <a:prstGeom prst="rect">
            <a:avLst/>
          </a:prstGeom>
        </p:spPr>
      </p:pic>
      <p:sp>
        <p:nvSpPr>
          <p:cNvPr id="6" name="Seta: Dobrada para Cima 5">
            <a:extLst>
              <a:ext uri="{FF2B5EF4-FFF2-40B4-BE49-F238E27FC236}">
                <a16:creationId xmlns:a16="http://schemas.microsoft.com/office/drawing/2014/main" id="{94ADAA02-9E89-4DC5-8C52-475107355060}"/>
              </a:ext>
            </a:extLst>
          </p:cNvPr>
          <p:cNvSpPr/>
          <p:nvPr/>
        </p:nvSpPr>
        <p:spPr>
          <a:xfrm rot="10800000" flipH="1">
            <a:off x="1363133" y="2455332"/>
            <a:ext cx="6874934" cy="1398223"/>
          </a:xfrm>
          <a:prstGeom prst="bentUp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F16A848-2A6F-48C1-ACCC-C0C28269A983}"/>
              </a:ext>
            </a:extLst>
          </p:cNvPr>
          <p:cNvCxnSpPr/>
          <p:nvPr/>
        </p:nvCxnSpPr>
        <p:spPr>
          <a:xfrm flipH="1" flipV="1">
            <a:off x="8026400" y="4428067"/>
            <a:ext cx="127000" cy="8212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2281A1E4-7922-42C1-8DFF-A7DBEC98BCF0}"/>
              </a:ext>
            </a:extLst>
          </p:cNvPr>
          <p:cNvSpPr/>
          <p:nvPr/>
        </p:nvSpPr>
        <p:spPr>
          <a:xfrm>
            <a:off x="6681814" y="5249333"/>
            <a:ext cx="3556000" cy="9668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Inserir o atributo </a:t>
            </a:r>
          </a:p>
          <a:p>
            <a:pPr algn="ctr"/>
            <a:r>
              <a:rPr lang="pt-BR" sz="3600" dirty="0" err="1">
                <a:solidFill>
                  <a:schemeClr val="tx1"/>
                </a:solidFill>
              </a:rPr>
              <a:t>colspan</a:t>
            </a:r>
            <a:r>
              <a:rPr lang="pt-BR" sz="3600" dirty="0">
                <a:solidFill>
                  <a:schemeClr val="tx1"/>
                </a:solidFill>
              </a:rPr>
              <a:t>=“2”</a:t>
            </a:r>
          </a:p>
        </p:txBody>
      </p:sp>
    </p:spTree>
    <p:extLst>
      <p:ext uri="{BB962C8B-B14F-4D97-AF65-F5344CB8AC3E}">
        <p14:creationId xmlns:p14="http://schemas.microsoft.com/office/powerpoint/2010/main" val="281655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D07F105-4D76-41B7-A5AB-2B1FCA816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990600"/>
            <a:ext cx="4781550" cy="487680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94AD6DC-F981-4083-BE74-8047836743D0}"/>
              </a:ext>
            </a:extLst>
          </p:cNvPr>
          <p:cNvCxnSpPr/>
          <p:nvPr/>
        </p:nvCxnSpPr>
        <p:spPr>
          <a:xfrm flipV="1">
            <a:off x="2658533" y="3488267"/>
            <a:ext cx="1176867" cy="5418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9EE113BF-D914-4A76-B0C4-8C360921EAE6}"/>
              </a:ext>
            </a:extLst>
          </p:cNvPr>
          <p:cNvSpPr/>
          <p:nvPr/>
        </p:nvSpPr>
        <p:spPr>
          <a:xfrm>
            <a:off x="797136" y="3589867"/>
            <a:ext cx="2579794" cy="1837266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 célula com o texto Guilherme agora ocupa o espaço de 2 colunas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94CC7B5-EBEE-4506-8217-061B23A6CEB2}"/>
              </a:ext>
            </a:extLst>
          </p:cNvPr>
          <p:cNvCxnSpPr/>
          <p:nvPr/>
        </p:nvCxnSpPr>
        <p:spPr>
          <a:xfrm flipH="1" flipV="1">
            <a:off x="6688667" y="3429000"/>
            <a:ext cx="2286000" cy="7027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C278320F-0816-47A9-A160-E6D65062EA2C}"/>
              </a:ext>
            </a:extLst>
          </p:cNvPr>
          <p:cNvSpPr/>
          <p:nvPr/>
        </p:nvSpPr>
        <p:spPr>
          <a:xfrm>
            <a:off x="8815070" y="3810000"/>
            <a:ext cx="2286000" cy="138853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Efeito Colateral</a:t>
            </a:r>
          </a:p>
        </p:txBody>
      </p:sp>
    </p:spTree>
    <p:extLst>
      <p:ext uri="{BB962C8B-B14F-4D97-AF65-F5344CB8AC3E}">
        <p14:creationId xmlns:p14="http://schemas.microsoft.com/office/powerpoint/2010/main" val="1121700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B97B676-171E-4FBB-A070-9CE32106C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44" y="927364"/>
            <a:ext cx="5169144" cy="511783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41CBFCD-6762-4E22-8240-75BE239CBCE1}"/>
              </a:ext>
            </a:extLst>
          </p:cNvPr>
          <p:cNvSpPr/>
          <p:nvPr/>
        </p:nvSpPr>
        <p:spPr>
          <a:xfrm>
            <a:off x="1168400" y="3691467"/>
            <a:ext cx="1913467" cy="431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92BCA09-8FE6-4425-9865-65993E1205BA}"/>
              </a:ext>
            </a:extLst>
          </p:cNvPr>
          <p:cNvCxnSpPr/>
          <p:nvPr/>
        </p:nvCxnSpPr>
        <p:spPr>
          <a:xfrm flipH="1" flipV="1">
            <a:off x="3378200" y="4038600"/>
            <a:ext cx="3064933" cy="1041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A541971C-9BAF-4DDD-8167-4B9160B4EEC6}"/>
              </a:ext>
            </a:extLst>
          </p:cNvPr>
          <p:cNvSpPr/>
          <p:nvPr/>
        </p:nvSpPr>
        <p:spPr>
          <a:xfrm>
            <a:off x="6337544" y="4555067"/>
            <a:ext cx="2730256" cy="20828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Para arrumar o efeito colateral vamos excluir uma célula</a:t>
            </a:r>
          </a:p>
        </p:txBody>
      </p:sp>
    </p:spTree>
    <p:extLst>
      <p:ext uri="{BB962C8B-B14F-4D97-AF65-F5344CB8AC3E}">
        <p14:creationId xmlns:p14="http://schemas.microsoft.com/office/powerpoint/2010/main" val="942231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706BEB7-5877-415D-B156-E7EDF31ED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72" y="603924"/>
            <a:ext cx="8238788" cy="576868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5634D42-8523-4910-9A65-8AAADDC55053}"/>
              </a:ext>
            </a:extLst>
          </p:cNvPr>
          <p:cNvSpPr/>
          <p:nvPr/>
        </p:nvSpPr>
        <p:spPr>
          <a:xfrm>
            <a:off x="1693333" y="3293533"/>
            <a:ext cx="2455334" cy="982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DC91F3-355B-4817-84F2-8E0630FED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292" y="1495810"/>
            <a:ext cx="4781550" cy="4876800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16293CC5-E5C9-4558-8536-80CFF7EA5FA3}"/>
              </a:ext>
            </a:extLst>
          </p:cNvPr>
          <p:cNvCxnSpPr>
            <a:endCxn id="4" idx="1"/>
          </p:cNvCxnSpPr>
          <p:nvPr/>
        </p:nvCxnSpPr>
        <p:spPr>
          <a:xfrm>
            <a:off x="4148667" y="3784600"/>
            <a:ext cx="2714625" cy="1496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52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D2630F1-E663-47EC-9BC2-7792EB5F3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27" y="1148521"/>
            <a:ext cx="4868945" cy="422229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534AEA-DC15-4B3E-97AB-B3921C850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24141"/>
            <a:ext cx="5682741" cy="180971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0DC8825-AA9B-4C16-BB84-02E4DB9E67AA}"/>
              </a:ext>
            </a:extLst>
          </p:cNvPr>
          <p:cNvSpPr/>
          <p:nvPr/>
        </p:nvSpPr>
        <p:spPr>
          <a:xfrm>
            <a:off x="1371600" y="2446867"/>
            <a:ext cx="2988733" cy="16679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081761BE-7064-4838-97B2-5B4320E01073}"/>
              </a:ext>
            </a:extLst>
          </p:cNvPr>
          <p:cNvSpPr/>
          <p:nvPr/>
        </p:nvSpPr>
        <p:spPr>
          <a:xfrm>
            <a:off x="4470400" y="3072130"/>
            <a:ext cx="2082800" cy="58674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264D119-73A0-4D61-843E-CED78A477C16}"/>
              </a:ext>
            </a:extLst>
          </p:cNvPr>
          <p:cNvSpPr/>
          <p:nvPr/>
        </p:nvSpPr>
        <p:spPr>
          <a:xfrm>
            <a:off x="6824133" y="2937933"/>
            <a:ext cx="4512734" cy="8212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2791B77-2325-47E4-A61B-D5B1CCF78EA8}"/>
              </a:ext>
            </a:extLst>
          </p:cNvPr>
          <p:cNvSpPr/>
          <p:nvPr/>
        </p:nvSpPr>
        <p:spPr>
          <a:xfrm>
            <a:off x="7159370" y="665075"/>
            <a:ext cx="3556000" cy="9668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Inserir o atributo </a:t>
            </a:r>
          </a:p>
          <a:p>
            <a:pPr algn="ctr"/>
            <a:r>
              <a:rPr lang="pt-BR" sz="3600" dirty="0" err="1">
                <a:solidFill>
                  <a:schemeClr val="tx1"/>
                </a:solidFill>
              </a:rPr>
              <a:t>colspan</a:t>
            </a:r>
            <a:r>
              <a:rPr lang="pt-BR" sz="3600" dirty="0">
                <a:solidFill>
                  <a:schemeClr val="tx1"/>
                </a:solidFill>
              </a:rPr>
              <a:t>=“3”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37321BF6-8A78-45CE-9530-E3E9BDFB3448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805333" y="1631967"/>
            <a:ext cx="132037" cy="12297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345886C7-B0DD-4807-A437-E3D083A5CE87}"/>
              </a:ext>
            </a:extLst>
          </p:cNvPr>
          <p:cNvSpPr/>
          <p:nvPr/>
        </p:nvSpPr>
        <p:spPr>
          <a:xfrm>
            <a:off x="7159370" y="4887365"/>
            <a:ext cx="3556000" cy="9668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Vamos excluir 2 &lt;</a:t>
            </a:r>
            <a:r>
              <a:rPr lang="pt-BR" dirty="0" err="1">
                <a:solidFill>
                  <a:schemeClr val="tx1"/>
                </a:solidFill>
              </a:rPr>
              <a:t>td</a:t>
            </a:r>
            <a:r>
              <a:rPr lang="pt-BR" dirty="0">
                <a:solidFill>
                  <a:schemeClr val="tx1"/>
                </a:solidFill>
              </a:rPr>
              <a:t>&gt;</a:t>
            </a:r>
            <a:endParaRPr lang="pt-BR" sz="3600" dirty="0">
              <a:solidFill>
                <a:schemeClr val="tx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EC316E1-D42A-421C-931D-0942CDB145E3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8255000" y="3835400"/>
            <a:ext cx="682370" cy="10519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516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A078767-AE48-4E22-A2BD-FF10A5407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990600"/>
            <a:ext cx="4781550" cy="4876800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F55C64AF-FD6C-41F6-8537-58CE53C98397}"/>
              </a:ext>
            </a:extLst>
          </p:cNvPr>
          <p:cNvSpPr/>
          <p:nvPr/>
        </p:nvSpPr>
        <p:spPr>
          <a:xfrm>
            <a:off x="797136" y="3589867"/>
            <a:ext cx="2579794" cy="1837266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 célula com o texto Gustavo agora ocupa o espaço de 3 colunas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144D8A7-E98D-4B47-8190-C84BB5C44ED4}"/>
              </a:ext>
            </a:extLst>
          </p:cNvPr>
          <p:cNvCxnSpPr/>
          <p:nvPr/>
        </p:nvCxnSpPr>
        <p:spPr>
          <a:xfrm flipV="1">
            <a:off x="3115733" y="3657600"/>
            <a:ext cx="660400" cy="3217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656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8306F2-7E8A-4F23-B1EA-47989DC3C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4" y="1180446"/>
            <a:ext cx="5913740" cy="470030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8B3E17E-A46C-4701-8EC4-643E60FEE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993" y="2708571"/>
            <a:ext cx="5267775" cy="144085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5EBB8B8-3E31-446E-AEFB-7AEA26D96A58}"/>
              </a:ext>
            </a:extLst>
          </p:cNvPr>
          <p:cNvSpPr/>
          <p:nvPr/>
        </p:nvSpPr>
        <p:spPr>
          <a:xfrm>
            <a:off x="1931403" y="2595033"/>
            <a:ext cx="3038530" cy="17991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0F1CDAE4-C175-45B7-B11D-FDD8E366FD14}"/>
              </a:ext>
            </a:extLst>
          </p:cNvPr>
          <p:cNvSpPr/>
          <p:nvPr/>
        </p:nvSpPr>
        <p:spPr>
          <a:xfrm>
            <a:off x="5071533" y="3055196"/>
            <a:ext cx="1633690" cy="58674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EB3583D-BD18-40B2-923F-6EB058E27164}"/>
              </a:ext>
            </a:extLst>
          </p:cNvPr>
          <p:cNvSpPr/>
          <p:nvPr/>
        </p:nvSpPr>
        <p:spPr>
          <a:xfrm>
            <a:off x="6806823" y="2861733"/>
            <a:ext cx="4843310" cy="11268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7812E0C-3FC6-468B-AE55-51439C4D56A2}"/>
              </a:ext>
            </a:extLst>
          </p:cNvPr>
          <p:cNvSpPr/>
          <p:nvPr/>
        </p:nvSpPr>
        <p:spPr>
          <a:xfrm>
            <a:off x="7159370" y="665075"/>
            <a:ext cx="3556000" cy="9668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Inserir o atributo </a:t>
            </a:r>
          </a:p>
          <a:p>
            <a:pPr algn="ctr"/>
            <a:r>
              <a:rPr lang="pt-BR" sz="3600" dirty="0" err="1">
                <a:solidFill>
                  <a:schemeClr val="tx1"/>
                </a:solidFill>
              </a:rPr>
              <a:t>colspan</a:t>
            </a:r>
            <a:r>
              <a:rPr lang="pt-BR" sz="3600" dirty="0">
                <a:solidFill>
                  <a:schemeClr val="tx1"/>
                </a:solidFill>
              </a:rPr>
              <a:t>=“4”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B4ECCC8A-8592-440A-88C0-2CBB6F011BB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7370" y="1631967"/>
            <a:ext cx="121963" cy="12297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B922B30E-E628-4358-888B-4DAF19C88B97}"/>
              </a:ext>
            </a:extLst>
          </p:cNvPr>
          <p:cNvSpPr/>
          <p:nvPr/>
        </p:nvSpPr>
        <p:spPr>
          <a:xfrm>
            <a:off x="7159370" y="4887365"/>
            <a:ext cx="3556000" cy="9668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Vamos excluir 3 &lt;</a:t>
            </a:r>
            <a:r>
              <a:rPr lang="pt-BR" dirty="0" err="1">
                <a:solidFill>
                  <a:schemeClr val="tx1"/>
                </a:solidFill>
              </a:rPr>
              <a:t>td</a:t>
            </a:r>
            <a:r>
              <a:rPr lang="pt-BR" dirty="0">
                <a:solidFill>
                  <a:schemeClr val="tx1"/>
                </a:solidFill>
              </a:rPr>
              <a:t>&gt;</a:t>
            </a:r>
            <a:endParaRPr lang="pt-BR" sz="3600" dirty="0">
              <a:solidFill>
                <a:schemeClr val="tx1"/>
              </a:solidFill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42DE271E-1497-42C5-82A4-DE530840615B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8517467" y="4149428"/>
            <a:ext cx="419903" cy="7379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972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572F7F0-C9CD-4307-B47D-D143A2742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990600"/>
            <a:ext cx="4781550" cy="4876800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50662871-7A51-4283-9C66-7F529D44A739}"/>
              </a:ext>
            </a:extLst>
          </p:cNvPr>
          <p:cNvSpPr/>
          <p:nvPr/>
        </p:nvSpPr>
        <p:spPr>
          <a:xfrm>
            <a:off x="797136" y="3589867"/>
            <a:ext cx="2579794" cy="1837266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 célula com o texto Felipe agora ocupa o espaço de 4 colunas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152EE91-DC6C-4785-A1E7-9CCE264B1B37}"/>
              </a:ext>
            </a:extLst>
          </p:cNvPr>
          <p:cNvCxnSpPr/>
          <p:nvPr/>
        </p:nvCxnSpPr>
        <p:spPr>
          <a:xfrm flipV="1">
            <a:off x="3302000" y="3945467"/>
            <a:ext cx="465667" cy="1439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692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4F4F7DF-5F9E-4550-8315-ABE5C5D21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45" y="417608"/>
            <a:ext cx="5490243" cy="602278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E4E5CA5-7F26-4D38-8EF2-D686AB930F7C}"/>
              </a:ext>
            </a:extLst>
          </p:cNvPr>
          <p:cNvSpPr/>
          <p:nvPr/>
        </p:nvSpPr>
        <p:spPr>
          <a:xfrm>
            <a:off x="3200400" y="1354667"/>
            <a:ext cx="3996267" cy="1371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164D556-686D-47D1-A0AD-6C064DF184D6}"/>
              </a:ext>
            </a:extLst>
          </p:cNvPr>
          <p:cNvSpPr/>
          <p:nvPr/>
        </p:nvSpPr>
        <p:spPr>
          <a:xfrm>
            <a:off x="3200399" y="3031066"/>
            <a:ext cx="3996267" cy="22521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1C1D2ED-1710-4958-85B3-02E273A2756C}"/>
              </a:ext>
            </a:extLst>
          </p:cNvPr>
          <p:cNvSpPr/>
          <p:nvPr/>
        </p:nvSpPr>
        <p:spPr>
          <a:xfrm>
            <a:off x="1075267" y="1557867"/>
            <a:ext cx="1854200" cy="110913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Insira h3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B367AE79-1AEB-4180-AFFC-B1DE08E34035}"/>
              </a:ext>
            </a:extLst>
          </p:cNvPr>
          <p:cNvSpPr/>
          <p:nvPr/>
        </p:nvSpPr>
        <p:spPr>
          <a:xfrm>
            <a:off x="1210733" y="3716867"/>
            <a:ext cx="1718734" cy="116840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Insira o </a:t>
            </a:r>
            <a:r>
              <a:rPr lang="pt-BR" dirty="0" err="1">
                <a:solidFill>
                  <a:schemeClr val="tx1"/>
                </a:solidFill>
              </a:rPr>
              <a:t>table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73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CEA340-CDAA-442F-9890-CB1489FFB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54" y="1816962"/>
            <a:ext cx="5778741" cy="366943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F64668E-D3B1-4BB3-B52A-071B51A34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796" y="1126067"/>
            <a:ext cx="47815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89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70E73D-080F-44D2-9806-7BD12CBB9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87" y="366285"/>
            <a:ext cx="10212225" cy="612543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949A4FE-EDA1-4693-8E03-71C05149E938}"/>
              </a:ext>
            </a:extLst>
          </p:cNvPr>
          <p:cNvSpPr/>
          <p:nvPr/>
        </p:nvSpPr>
        <p:spPr>
          <a:xfrm>
            <a:off x="2497667" y="2988733"/>
            <a:ext cx="2438400" cy="18626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B524CE70-C116-4C85-8A7E-9C70B6AFA349}"/>
              </a:ext>
            </a:extLst>
          </p:cNvPr>
          <p:cNvSpPr/>
          <p:nvPr/>
        </p:nvSpPr>
        <p:spPr>
          <a:xfrm rot="1179653">
            <a:off x="4789699" y="4281822"/>
            <a:ext cx="1507639" cy="601134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724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D13498A-81C0-4D45-8438-4E0502B5E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09" y="599680"/>
            <a:ext cx="9183382" cy="565864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9CBE482-A885-4299-991D-DBC165FA2C7D}"/>
              </a:ext>
            </a:extLst>
          </p:cNvPr>
          <p:cNvSpPr/>
          <p:nvPr/>
        </p:nvSpPr>
        <p:spPr>
          <a:xfrm>
            <a:off x="2032000" y="2734733"/>
            <a:ext cx="3403600" cy="2904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994E3EC8-F326-4319-BD36-47C158F3264C}"/>
              </a:ext>
            </a:extLst>
          </p:cNvPr>
          <p:cNvSpPr/>
          <p:nvPr/>
        </p:nvSpPr>
        <p:spPr>
          <a:xfrm>
            <a:off x="4944533" y="4851400"/>
            <a:ext cx="728134" cy="59266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468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87BDD93-F85A-4CC0-AC15-B842A3340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71" y="161469"/>
            <a:ext cx="10078857" cy="653506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A9A1EF6-8F58-43F7-8181-2512E1780D52}"/>
              </a:ext>
            </a:extLst>
          </p:cNvPr>
          <p:cNvSpPr/>
          <p:nvPr/>
        </p:nvSpPr>
        <p:spPr>
          <a:xfrm>
            <a:off x="1566333" y="161470"/>
            <a:ext cx="3352800" cy="2869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409404A-DA65-4AC0-8DC1-6860B8F955D5}"/>
              </a:ext>
            </a:extLst>
          </p:cNvPr>
          <p:cNvSpPr/>
          <p:nvPr/>
        </p:nvSpPr>
        <p:spPr>
          <a:xfrm>
            <a:off x="1566333" y="3277203"/>
            <a:ext cx="3352800" cy="2869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35B1509-B9BC-462E-A36E-A547AC29392C}"/>
              </a:ext>
            </a:extLst>
          </p:cNvPr>
          <p:cNvCxnSpPr>
            <a:cxnSpLocks/>
          </p:cNvCxnSpPr>
          <p:nvPr/>
        </p:nvCxnSpPr>
        <p:spPr>
          <a:xfrm>
            <a:off x="4978400" y="3031068"/>
            <a:ext cx="1236133" cy="17864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6A560CF-FCDD-4A64-942A-4D3A76A9850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919133" y="4712002"/>
            <a:ext cx="1354667" cy="3516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917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976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057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89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236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840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12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210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348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994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592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815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0821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76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6487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94</Words>
  <Application>Microsoft Office PowerPoint</Application>
  <PresentationFormat>Widescreen</PresentationFormat>
  <Paragraphs>18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HTML Table - Colspan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Lab 01</dc:creator>
  <cp:lastModifiedBy>Lab 01</cp:lastModifiedBy>
  <cp:revision>7</cp:revision>
  <dcterms:created xsi:type="dcterms:W3CDTF">2026-07-30T13:23:20Z</dcterms:created>
  <dcterms:modified xsi:type="dcterms:W3CDTF">2026-07-30T13:48:10Z</dcterms:modified>
</cp:coreProperties>
</file>