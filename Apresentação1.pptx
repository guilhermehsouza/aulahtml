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3" d="100"/>
          <a:sy n="113" d="100"/>
        </p:scale>
        <p:origin x="456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D059141-A7B1-476B-91F7-7654AEA4B2B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CA897FEF-2467-40A2-A440-2C50BF20F1B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4DA0696E-DE9E-4DA9-8588-9CC5FCF664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CD123-63C3-4B6A-83D8-1EFCA10400EC}" type="datetimeFigureOut">
              <a:rPr lang="pt-BR" smtClean="0"/>
              <a:t>09/04/2026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F6645143-CBAF-4521-9D52-66D2C776ED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8104A1E-9253-4058-A6B7-E34190F0FE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470FFC-A6DC-4275-A88B-F1D0B608DF1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198446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3E43E4A-0A3D-4492-A1C4-4F8BF68C0B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F1A9932-646A-4C5A-A4A4-83E406F8C3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B3F57B3B-8103-4154-BC5E-FB41E03B14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CD123-63C3-4B6A-83D8-1EFCA10400EC}" type="datetimeFigureOut">
              <a:rPr lang="pt-BR" smtClean="0"/>
              <a:t>09/04/2026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24D3BE9-1CD4-4F1B-B350-0932C0CAE9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41A9C472-160F-4CC6-AA32-7E58F9F57C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470FFC-A6DC-4275-A88B-F1D0B608DF1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772563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349893F-2A07-4FF5-BBF1-4F44FA699D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E57915A9-8D46-448B-A9B2-1AEC7349A9E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916F8B9-EAAE-42F3-8AD9-645CC94994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CD123-63C3-4B6A-83D8-1EFCA10400EC}" type="datetimeFigureOut">
              <a:rPr lang="pt-BR" smtClean="0"/>
              <a:t>09/04/2026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9FE05969-3394-4465-B07F-0B4F252026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7881F5F6-6349-4107-BED2-F108503B71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470FFC-A6DC-4275-A88B-F1D0B608DF1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048389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5BB1E67-00FB-42BD-960D-CBE4150601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9A6FF0D6-3058-4752-AE3B-5B467E44812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35F2AFD2-FB57-40D9-A798-89D162C62BD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65FBE3B7-B65F-4D60-BDFA-72CC1DA4C4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CD123-63C3-4B6A-83D8-1EFCA10400EC}" type="datetimeFigureOut">
              <a:rPr lang="pt-BR" smtClean="0"/>
              <a:t>09/04/2026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8DE24E0F-67D1-47E1-ACBE-513DE0503A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795C82C7-D3FD-4FBA-96A5-5AF5D11861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470FFC-A6DC-4275-A88B-F1D0B608DF1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368125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25CC4FC-647F-4681-84CC-F2C9EFE2A8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FCF369C7-C649-4F44-9258-D49FA6CF7F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469471C6-1E09-4DC1-BB8B-859FFE8F9B9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7AFDDE71-0B34-4E49-BA9D-ED0C9EC605D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A4D4FDA0-D677-40A5-9CC3-E4844B96E56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8147874C-5889-4D16-A8EC-D5993CCBBF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CD123-63C3-4B6A-83D8-1EFCA10400EC}" type="datetimeFigureOut">
              <a:rPr lang="pt-BR" smtClean="0"/>
              <a:t>09/04/2026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323DF3EE-247C-4B63-AD04-B337BD2373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22A9066B-21C1-4368-8BE4-7AD50B9217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470FFC-A6DC-4275-A88B-F1D0B608DF1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426464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DD7CF59-1637-4DC2-8797-11569564C1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A8184414-FE24-4938-B07F-7FF2E261A2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CD123-63C3-4B6A-83D8-1EFCA10400EC}" type="datetimeFigureOut">
              <a:rPr lang="pt-BR" smtClean="0"/>
              <a:t>09/04/2026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602E5669-E6B2-4E88-B432-106003A0CE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A692CDA4-F82A-459A-8442-D0FE0C8008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470FFC-A6DC-4275-A88B-F1D0B608DF1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758472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11B32142-076A-4C30-9AD4-5481CCB475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CD123-63C3-4B6A-83D8-1EFCA10400EC}" type="datetimeFigureOut">
              <a:rPr lang="pt-BR" smtClean="0"/>
              <a:t>09/04/2026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560B0A96-A5B8-40AE-A01E-17D912F3ED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C7B8B062-0AC7-4CD8-934D-8695935DFD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470FFC-A6DC-4275-A88B-F1D0B608DF1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230381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44EB70A-2FA5-467D-8758-0AECCDCC33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812A9107-E86E-4CF0-BBD5-B4C50D5F89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F749FC6E-B53B-496C-A6CC-C6B29112531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486EB9CF-8889-44BD-8336-1618EE9CA1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CD123-63C3-4B6A-83D8-1EFCA10400EC}" type="datetimeFigureOut">
              <a:rPr lang="pt-BR" smtClean="0"/>
              <a:t>09/04/2026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9EC32367-D163-44F3-8FC2-AB19B09EA0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7950C87B-9D4D-47D9-8E91-91502203AF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470FFC-A6DC-4275-A88B-F1D0B608DF1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179642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7FFA902-57CF-4323-AEDB-EDF1613960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6728694C-3F2D-4900-B8EE-6F325554585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99F9B981-A693-4421-A6CF-F89369CFA88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74C09D64-1CE7-4C34-8DBF-5E8A90E142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CD123-63C3-4B6A-83D8-1EFCA10400EC}" type="datetimeFigureOut">
              <a:rPr lang="pt-BR" smtClean="0"/>
              <a:t>09/04/2026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E0049429-E185-4BBC-9ED5-070B59B58A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4C7696DA-1FEF-479E-9CDB-7BA90683EE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470FFC-A6DC-4275-A88B-F1D0B608DF1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309384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AA4247E-2161-4F83-BE0F-84C7648C5B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BA930B4E-3FE5-46A4-8E56-CEBADFDF902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D85F4049-E954-450F-8103-1E996CB555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CD123-63C3-4B6A-83D8-1EFCA10400EC}" type="datetimeFigureOut">
              <a:rPr lang="pt-BR" smtClean="0"/>
              <a:t>09/04/2026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EC983D6D-1C03-4688-B77E-91B3A03DBF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CCB8A0B7-EA82-4881-AAF4-88003942B7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470FFC-A6DC-4275-A88B-F1D0B608DF1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733641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4AF341B4-E4A1-451C-8371-E9AD3882434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5D7A19E8-44BA-4E67-A135-A7C059495BF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54974897-DD3E-40C0-8649-66DBC35BBA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BCD123-63C3-4B6A-83D8-1EFCA10400EC}" type="datetimeFigureOut">
              <a:rPr lang="pt-BR" smtClean="0"/>
              <a:t>09/04/2026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0589487-65B7-41F0-8991-545E0CD894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51EAC478-B75D-4405-84B3-B7A3E3FDEE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470FFC-A6DC-4275-A88B-F1D0B608DF1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672218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662A14A9-6DC2-409D-9B74-85B18853D1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50F2899B-35D4-4339-9937-A4F35585B56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DF03918C-E585-477E-9F51-3174333F230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8BCD123-63C3-4B6A-83D8-1EFCA10400EC}" type="datetimeFigureOut">
              <a:rPr lang="pt-BR" smtClean="0"/>
              <a:t>09/04/2026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E294E1B-85BE-4449-8D66-0C02A749B09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6D61B60-5677-492F-8E38-2B248FE5732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4470FFC-A6DC-4275-A88B-F1D0B608DF1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104113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>
            <a:extLst>
              <a:ext uri="{FF2B5EF4-FFF2-40B4-BE49-F238E27FC236}">
                <a16:creationId xmlns:a16="http://schemas.microsoft.com/office/drawing/2014/main" id="{5E811EF1-2571-4551-91E9-51995774F8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6958" y="166687"/>
            <a:ext cx="4781550" cy="3781425"/>
          </a:xfrm>
          <a:prstGeom prst="rect">
            <a:avLst/>
          </a:prstGeom>
        </p:spPr>
      </p:pic>
      <p:pic>
        <p:nvPicPr>
          <p:cNvPr id="5" name="Imagem 4">
            <a:extLst>
              <a:ext uri="{FF2B5EF4-FFF2-40B4-BE49-F238E27FC236}">
                <a16:creationId xmlns:a16="http://schemas.microsoft.com/office/drawing/2014/main" id="{0DFFBAF5-DA22-4ED1-A80D-58D9F366FF5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7360" y="3127961"/>
            <a:ext cx="3951695" cy="3125145"/>
          </a:xfrm>
          <a:prstGeom prst="rect">
            <a:avLst/>
          </a:prstGeom>
        </p:spPr>
      </p:pic>
      <p:pic>
        <p:nvPicPr>
          <p:cNvPr id="6" name="Imagem 5">
            <a:extLst>
              <a:ext uri="{FF2B5EF4-FFF2-40B4-BE49-F238E27FC236}">
                <a16:creationId xmlns:a16="http://schemas.microsoft.com/office/drawing/2014/main" id="{17478DE6-D6D2-4808-A806-785479E7CBF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08322" y="4330227"/>
            <a:ext cx="3951695" cy="3125145"/>
          </a:xfrm>
          <a:prstGeom prst="rect">
            <a:avLst/>
          </a:prstGeom>
        </p:spPr>
      </p:pic>
      <p:pic>
        <p:nvPicPr>
          <p:cNvPr id="8" name="Imagem 7">
            <a:extLst>
              <a:ext uri="{FF2B5EF4-FFF2-40B4-BE49-F238E27FC236}">
                <a16:creationId xmlns:a16="http://schemas.microsoft.com/office/drawing/2014/main" id="{AC213BE8-EEEF-496B-8509-E765951A78D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17646" y="179387"/>
            <a:ext cx="3951695" cy="3125145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3D68DEE3-6814-4E05-8D09-F1DF7C8098A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79155" y="1565388"/>
            <a:ext cx="3951695" cy="3125145"/>
          </a:xfrm>
          <a:prstGeom prst="rect">
            <a:avLst/>
          </a:prstGeom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6C150829-16A7-417B-A740-2E958B48E19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840194" y="2848560"/>
            <a:ext cx="3951695" cy="31251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8813249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Tema do Office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Lab 01</dc:creator>
  <cp:lastModifiedBy>Lab 01</cp:lastModifiedBy>
  <cp:revision>1</cp:revision>
  <dcterms:created xsi:type="dcterms:W3CDTF">2026-04-09T13:51:24Z</dcterms:created>
  <dcterms:modified xsi:type="dcterms:W3CDTF">2026-04-09T13:51:32Z</dcterms:modified>
</cp:coreProperties>
</file>